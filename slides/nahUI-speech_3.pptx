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[A] Pantalla negra. Suena un ladrido. A camina al centro.
Buenas tardes. Quiero empezar con una pregunta que todos nos hemos hecho alguna vez: ¿qué pasa cuando morimos?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[A] Para los mexicas, la respuesta no era el cielo ni el infierno. Era un viaje. El alma bajaba al Mictlán, el inframundo, y para llegar tenía que atravesar nueve niveles, cada uno con una prueba distinta. El camino duraba cuatro años. Y no lo recorría sola.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[A] Este es un xoloitzcuintle. Su nombre viene de Xólotl, el dios que guiaba a los muertos, e itzcuintli, perro. Los mexicas enterraban a sus muertos con un xolo, porque creían que solo él podía ayudar al alma a cruzar el gran río del inframundo. Sin su perro, el alma se quedaba en la orilla.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[A] Elegimos este tema porque cada año ponemos ofrendas, compramos cempasúchil y pan de muerto, pero casi nunca nos preguntamos de dónde viene todo eso. Y descubrimos que el Día de Muertos se entiende mejor si conoces el viaje: la ofrenda es lo que hacemos los vivos para que nuestros muertos puedan regresar.
Nuestro objetivo hoy es que, al salir de aquí, vean su ofrenda de otra manera. Y decidimos contarlo en un idioma que todos conocemos: un videojuego.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[A] Pausa de dos segundos antes de que aparezca el logo.
Les presentamos nahUI.
Nahui significa "cuatro" en náhuatl: los cuatro años que duraba el viaje al Mictlán. Y, sí, también le escondimos una UI.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[A] En nahUI eres una calavera que acaba de llegar al inframundo. Tienes nueve niveles por delante y un solo compañero: Tlalli, tu xolo. Tu misión es llegar hasta el final para ganarte algo muy especial: el permiso de volver cada año a visitar a tu familia.
Para contarles cómo es ese camino, les dejo con [nombre de B].
[A se hace a un lado; B pasa al centro.]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[B] Gracias, [nombre de A]. Este es el mapa de nahUI. Cada uno de estos nueve niveles está basado en las pruebas que, según la tradición mexica, enfrentaba el alma. No los inventamos: ya existían hace más de quinientos años. Nosotros solo los convertimos en niveles.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[B] Nivel uno: Itzcuintlán, el lugar de los perros. Aquí está el río que ningún alma puede cruzar sola, y es donde conoces a Tlalli. La leyenda dice algo que nos encantó: el xolo solo ayudaba a cruzar a quien lo había tratado bien en vida. Así que en nahUI, cómo trataste a tu perro importa.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[B] Después vienen dos cerros que chocan sin parar, y tienes que calcular el momento exacto para pasar. Luego un cerro cubierto de obsidiana filosa donde no puedes detenerte. Y un viento helado que corta como navaja, donde tu única protección es esconderte detrás de Tlalli.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[B] Y se pone más difícil: un nivel donde el viento te levanta como bandera, otro con flechas invisibles, uno donde los jaguares buscan tu corazón y tienes que pasar en silencio, y uno de aguas negras y niebla donde no ves nada.
Cada nivel es más difícil que el anterior, igual que en la leyenda. Así que la pregunta es: ¿qué te ayuda a sobrevivir?
(Si el ensayo pasa de 8:30, esta es la diapositiva que se puede recortar.)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[B] Al final te espera Mictlantecuhtli, el señor de los muertos. Pero de este nivel no les contamos nada todavía. Primero tienen que saber de dónde sacas tu fuerza, y eso se los explica [nombre de C].
[B se hace a un lado; C pasa al centro con el iPhone en la mano.]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[C] Gracias, [nombre de B]. Esta es la idea central de nahUI: mientras tú recorres el Mictlán, tu familia está poniendo tu ofrenda. Y cada cosa que ponen te llega como un poder.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[C] El agua, que calma la sed del alma, recupera tu energía. La sal, que purifica, es tu escudo. El copal ahuyenta a los jaguares. El cempasúchil, que con su color y su olor marca el camino, te dice hacia dónde ir. El pan de muerto te da una vida extra. Y la veladora, la luz que guía, es lo único que te deja ver en la niebla.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[C] Levanta el iPhone; se proyectan las pantallas del nivel de la niebla.
Les enseño. Estamos en el nivel de las aguas negras. No se ve nada... [pausa] ... pero mi familia me puso una veladora. [la escena se ilumina] Ahí está el camino. [ladrido] Nivel superado.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[C] Y ahora sí, el nivel nueve. Todos esperarían una batalla final, pero aquí no se pelea: solo entregas tu ofrenda. Y me falta una cosa: la foto.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[C] Porque sin foto en la ofrenda, el alma no sabe a qué casa regresar. No te salva la fuerza. Te salva que alguien te recuerde.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[C] Los tres al centro.
Hoy les contamos el viaje al Mictlán, por qué el xolo acompañaba a las almas y qué significa cada elemento de la ofrenda. nahUI fue solo nuestra forma de contarlo.
Lo que nos llevamos es esto: la ofrenda no es decoración. Es la manera en que los vivos le seguimos ayudando a alguien a recorrer su camino.
Así que este fin de semana, cuando pongan su ofrenda, recuerden que cada vela, cada flor y cada pan es una vida extra para alguien que quieren.
[Los tres juntos:] Gracias.
[Ladrido de Tlalli. Fin.]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image" Target="../media/image-3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image" Target="../media/image-4-2.png"/><Relationship Id="rId4" Type="http://schemas.openxmlformats.org/officeDocument/2006/relationships/image" Target="../media/image-4-2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image" Target="../media/image-6-2.png"/><Relationship Id="rId4" Type="http://schemas.openxmlformats.org/officeDocument/2006/relationships/image" Target="../media/image-6-2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image" Target="../media/image-9-2.png"/><Relationship Id="rId3" Type="http://schemas.openxmlformats.org/officeDocument/2006/relationships/image" Target="../media/image-9-2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10-2.png"/><Relationship Id="rId3" Type="http://schemas.openxmlformats.org/officeDocument/2006/relationships/image" Target="../media/image-10-2.png"/><Relationship Id="rId4" Type="http://schemas.openxmlformats.org/officeDocument/2006/relationships/image" Target="../media/image-10-2.png"/><Relationship Id="rId5" Type="http://schemas.openxmlformats.org/officeDocument/2006/relationships/image" Target="../media/image-10-2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image" Target="../media/image-12-2.png"/><Relationship Id="rId3" Type="http://schemas.openxmlformats.org/officeDocument/2006/relationships/image" Target="../media/image-12-2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image" Target="../media/image-13-2.png"/><Relationship Id="rId3" Type="http://schemas.openxmlformats.org/officeDocument/2006/relationships/image" Target="../media/image-13-2.png"/><Relationship Id="rId4" Type="http://schemas.openxmlformats.org/officeDocument/2006/relationships/image" Target="../media/image-13-2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image" Target="../media/image-15-2.png"/><Relationship Id="rId3" Type="http://schemas.openxmlformats.org/officeDocument/2006/relationships/image" Target="../media/image-15-2.png"/><Relationship Id="rId4" Type="http://schemas.openxmlformats.org/officeDocument/2006/relationships/image" Target="../media/image-15-2.png"/><Relationship Id="rId5" Type="http://schemas.openxmlformats.org/officeDocument/2006/relationships/image" Target="../media/image-15-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image" Target="../media/image-16-2.png"/><Relationship Id="rId3" Type="http://schemas.openxmlformats.org/officeDocument/2006/relationships/image" Target="../media/image-16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1031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A39AA8"/>
                </a:solidFill>
                <a:latin typeface="Pixelify Sans" pitchFamily="34" charset="0"/>
                <a:ea typeface="Pixelify Sans" pitchFamily="34" charset="-122"/>
                <a:cs typeface="Pixelify Sans" pitchFamily="34" charset="-120"/>
              </a:rPr>
              <a:t>¿Qué pasa cuando morimos?</a:t>
            </a:r>
            <a:endParaRPr lang="en-US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etal.png">    </p:cNvPr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 rot="480000">
            <a:off x="44817" y="3378547"/>
            <a:ext cx="190504" cy="16510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45720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08A24"/>
                </a:solidFill>
                <a:latin typeface="Pixelify Sans" pitchFamily="34" charset="0"/>
                <a:ea typeface="Pixelify Sans" pitchFamily="34" charset="-122"/>
                <a:cs typeface="Pixelify Sans" pitchFamily="34" charset="-120"/>
              </a:rPr>
              <a:t>MICTLÁN</a:t>
            </a:r>
            <a:endParaRPr lang="en-US" sz="4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3258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A39AA8"/>
                </a:solidFill>
                <a:latin typeface="Pixelify Sans" pitchFamily="34" charset="0"/>
                <a:ea typeface="Pixelify Sans" pitchFamily="34" charset="-122"/>
                <a:cs typeface="Pixelify Sans" pitchFamily="34" charset="-120"/>
              </a:rPr>
              <a:t>El inframundo mexica</a:t>
            </a:r>
            <a:endParaRPr lang="en-US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219456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rgbClr val="F1DDB3"/>
                </a:solidFill>
                <a:latin typeface="Pixelify Sans" pitchFamily="34" charset="0"/>
                <a:ea typeface="Pixelify Sans" pitchFamily="34" charset="-122"/>
                <a:cs typeface="Pixelify Sans" pitchFamily="34" charset="-120"/>
              </a:rPr>
              <a:t>9</a:t>
            </a:r>
            <a:endParaRPr lang="en-US" sz="60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31546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08A24"/>
                </a:solidFill>
                <a:latin typeface="Pixelify Sans" pitchFamily="34" charset="0"/>
                <a:ea typeface="Pixelify Sans" pitchFamily="34" charset="-122"/>
                <a:cs typeface="Pixelify Sans" pitchFamily="34" charset="-120"/>
              </a:rPr>
              <a:t>niveles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2377440" y="219456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rgbClr val="F1DDB3"/>
                </a:solidFill>
                <a:latin typeface="Pixelify Sans" pitchFamily="34" charset="0"/>
                <a:ea typeface="Pixelify Sans" pitchFamily="34" charset="-122"/>
                <a:cs typeface="Pixelify Sans" pitchFamily="34" charset="-120"/>
              </a:rPr>
              <a:t>4</a:t>
            </a:r>
            <a:endParaRPr lang="en-US" sz="6000" dirty="0"/>
          </a:p>
        </p:txBody>
      </p:sp>
      <p:sp>
        <p:nvSpPr>
          <p:cNvPr id="8" name="Text 5"/>
          <p:cNvSpPr txBox="1"/>
          <p:nvPr/>
        </p:nvSpPr>
        <p:spPr>
          <a:xfrm>
            <a:off x="2377440" y="31546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08A24"/>
                </a:solidFill>
                <a:latin typeface="Pixelify Sans" pitchFamily="34" charset="0"/>
                <a:ea typeface="Pixelify Sans" pitchFamily="34" charset="-122"/>
                <a:cs typeface="Pixelify Sans" pitchFamily="34" charset="-120"/>
              </a:rPr>
              <a:t>años de camino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754880" y="548640"/>
            <a:ext cx="3931920" cy="4023360"/>
          </a:xfrm>
          <a:prstGeom prst="rect">
            <a:avLst/>
          </a:prstGeom>
          <a:solidFill>
            <a:srgbClr val="1C1724">
              <a:alpha val="85000"/>
            </a:srgbClr>
          </a:solidFill>
          <a:ln w="50800">
            <a:solidFill>
              <a:srgbClr val="6E687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09744" y="603504"/>
            <a:ext cx="3822192" cy="3913632"/>
          </a:xfrm>
          <a:prstGeom prst="rect">
            <a:avLst/>
          </a:prstGeom>
          <a:ln w="19050">
            <a:solidFill>
              <a:srgbClr val="2A253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892040" y="548640"/>
            <a:ext cx="365760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39AA8"/>
                </a:solidFill>
                <a:latin typeface="Pixelify Sans" pitchFamily="34" charset="0"/>
                <a:ea typeface="Pixelify Sans" pitchFamily="34" charset="-122"/>
                <a:cs typeface="Pixelify Sans" pitchFamily="34" charset="-120"/>
              </a:rPr>
              <a:t>[Imagen IA: camino oscuro que baja al Mictlán, pixel art]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etal.png">    </p:cNvPr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 rot="18660000">
            <a:off x="148825" y="4358364"/>
            <a:ext cx="277728" cy="240698"/>
          </a:xfrm>
          <a:prstGeom prst="rect">
            <a:avLst/>
          </a:prstGeom>
        </p:spPr>
      </p:pic>
      <p:pic>
        <p:nvPicPr>
          <p:cNvPr id="3" name="Image 1" descr="petal.png">    </p:cNvPr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 rot="540000">
            <a:off x="218177" y="1845104"/>
            <a:ext cx="197358" cy="171044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457200" y="548640"/>
            <a:ext cx="3657600" cy="4023360"/>
          </a:xfrm>
          <a:prstGeom prst="rect">
            <a:avLst/>
          </a:prstGeom>
          <a:solidFill>
            <a:srgbClr val="1C1724">
              <a:alpha val="85000"/>
            </a:srgbClr>
          </a:solidFill>
          <a:ln w="50800">
            <a:solidFill>
              <a:srgbClr val="6E6872"/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512064" y="603504"/>
            <a:ext cx="3547872" cy="3913632"/>
          </a:xfrm>
          <a:prstGeom prst="rect">
            <a:avLst/>
          </a:prstGeom>
          <a:ln w="19050">
            <a:solidFill>
              <a:srgbClr val="2A2530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594360" y="548640"/>
            <a:ext cx="338328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39AA8"/>
                </a:solidFill>
                <a:latin typeface="Pixelify Sans" pitchFamily="34" charset="0"/>
                <a:ea typeface="Pixelify Sans" pitchFamily="34" charset="-122"/>
                <a:cs typeface="Pixelify Sans" pitchFamily="34" charset="-120"/>
              </a:rPr>
              <a:t>[Imagen IA: xoloitzcuintle en pixel art]</a:t>
            </a:r>
            <a:endParaRPr lang="en-US" sz="1100" dirty="0"/>
          </a:p>
        </p:txBody>
      </p:sp>
      <p:sp>
        <p:nvSpPr>
          <p:cNvPr id="7" name="Text 3"/>
          <p:cNvSpPr txBox="1"/>
          <p:nvPr/>
        </p:nvSpPr>
        <p:spPr>
          <a:xfrm>
            <a:off x="4572000" y="82296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1DDB3"/>
                </a:solidFill>
                <a:latin typeface="Pixelify Sans" pitchFamily="34" charset="0"/>
                <a:ea typeface="Pixelify Sans" pitchFamily="34" charset="-122"/>
                <a:cs typeface="Pixelify Sans" pitchFamily="34" charset="-120"/>
              </a:rPr>
              <a:t>Xólotl + itzcuintli</a:t>
            </a:r>
            <a:endParaRPr lang="en-US" sz="2600" dirty="0"/>
          </a:p>
        </p:txBody>
      </p:sp>
      <p:sp>
        <p:nvSpPr>
          <p:cNvPr id="8" name="Text 4"/>
          <p:cNvSpPr txBox="1"/>
          <p:nvPr/>
        </p:nvSpPr>
        <p:spPr>
          <a:xfrm>
            <a:off x="4572000" y="13716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08A24"/>
                </a:solidFill>
                <a:latin typeface="Pixelify Sans" pitchFamily="34" charset="0"/>
                <a:ea typeface="Pixelify Sans" pitchFamily="34" charset="-122"/>
                <a:cs typeface="Pixelify Sans" pitchFamily="34" charset="-120"/>
              </a:rPr>
              <a:t>el dios guía de los muertos + perro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4572000" y="2103120"/>
            <a:ext cx="4023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1DDB3"/>
                </a:solidFill>
                <a:latin typeface="Pixelify Sans" pitchFamily="34" charset="0"/>
                <a:ea typeface="Pixelify Sans" pitchFamily="34" charset="-122"/>
                <a:cs typeface="Pixelify Sans" pitchFamily="34" charset="-120"/>
              </a:rPr>
              <a:t>Los mexicas enterraban a sus muertos con un xolo: solo él podía ayudar al alma a cruzar el gran río del inframundo.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4572000" y="338328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F08A24"/>
                </a:solidFill>
                <a:latin typeface="Pixelify Sans" pitchFamily="34" charset="0"/>
                <a:ea typeface="Pixelify Sans" pitchFamily="34" charset="-122"/>
                <a:cs typeface="Pixelify Sans" pitchFamily="34" charset="-120"/>
              </a:rPr>
              <a:t>Sin su perro, el alma se quedaba en la orilla.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etal.png">    </p:cNvPr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 rot="12960000">
            <a:off x="3255001" y="257149"/>
            <a:ext cx="277124" cy="240174"/>
          </a:xfrm>
          <a:prstGeom prst="rect">
            <a:avLst/>
          </a:prstGeom>
        </p:spPr>
      </p:pic>
      <p:pic>
        <p:nvPicPr>
          <p:cNvPr id="3" name="Image 1" descr="petal.png">    </p:cNvPr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 rot="8220000">
            <a:off x="6258108" y="6752"/>
            <a:ext cx="169660" cy="147038"/>
          </a:xfrm>
          <a:prstGeom prst="rect">
            <a:avLst/>
          </a:prstGeom>
        </p:spPr>
      </p:pic>
      <p:pic>
        <p:nvPicPr>
          <p:cNvPr id="4" name="Image 2" descr="petal.png">    </p:cNvPr>
          <p:cNvPicPr>
            <a:picLocks noChangeAspect="1"/>
          </p:cNvPicPr>
          <p:nvPr/>
        </p:nvPicPr>
        <p:blipFill>
          <a:blip r:embed="rId4">
            <a:alphaModFix amt="80000"/>
          </a:blip>
          <a:stretch>
            <a:fillRect/>
          </a:stretch>
        </p:blipFill>
        <p:spPr>
          <a:xfrm rot="14880000">
            <a:off x="187320" y="3328833"/>
            <a:ext cx="303759" cy="263257"/>
          </a:xfrm>
          <a:prstGeom prst="rect">
            <a:avLst/>
          </a:prstGeom>
        </p:spPr>
      </p:pic>
      <p:pic>
        <p:nvPicPr>
          <p:cNvPr id="5" name="Image 3" descr="glyph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365760"/>
            <a:ext cx="420624" cy="457200"/>
          </a:xfrm>
          <a:prstGeom prst="rect">
            <a:avLst/>
          </a:prstGeom>
        </p:spPr>
      </p:pic>
      <p:sp>
        <p:nvSpPr>
          <p:cNvPr id="6" name="Text 0"/>
          <p:cNvSpPr txBox="1"/>
          <p:nvPr/>
        </p:nvSpPr>
        <p:spPr>
          <a:xfrm>
            <a:off x="1005840" y="3200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DDB3"/>
                </a:solidFill>
                <a:latin typeface="Pixelify Sans" pitchFamily="34" charset="0"/>
                <a:ea typeface="Pixelify Sans" pitchFamily="34" charset="-122"/>
                <a:cs typeface="Pixelify Sans" pitchFamily="34" charset="-120"/>
              </a:rPr>
              <a:t>¿Por qué este tema?</a:t>
            </a:r>
            <a:endParaRPr lang="en-US" sz="3000" dirty="0"/>
          </a:p>
        </p:txBody>
      </p:sp>
      <p:sp>
        <p:nvSpPr>
          <p:cNvPr id="7" name="Shape 1"/>
          <p:cNvSpPr/>
          <p:nvPr/>
        </p:nvSpPr>
        <p:spPr>
          <a:xfrm>
            <a:off x="457200" y="1280160"/>
            <a:ext cx="3840480" cy="3291840"/>
          </a:xfrm>
          <a:prstGeom prst="rect">
            <a:avLst/>
          </a:prstGeom>
          <a:solidFill>
            <a:srgbClr val="1C1724">
              <a:alpha val="85000"/>
            </a:srgbClr>
          </a:solidFill>
          <a:ln w="50800">
            <a:solidFill>
              <a:srgbClr val="6E6872"/>
            </a:solidFill>
            <a:prstDash val="solid"/>
          </a:ln>
        </p:spPr>
      </p:sp>
      <p:sp>
        <p:nvSpPr>
          <p:cNvPr id="8" name="Shape 2"/>
          <p:cNvSpPr/>
          <p:nvPr/>
        </p:nvSpPr>
        <p:spPr>
          <a:xfrm>
            <a:off x="512064" y="1335024"/>
            <a:ext cx="3730752" cy="3182112"/>
          </a:xfrm>
          <a:prstGeom prst="rect">
            <a:avLst/>
          </a:prstGeom>
          <a:ln w="19050">
            <a:solidFill>
              <a:srgbClr val="2A2530"/>
            </a:solidFill>
            <a:prstDash val="solid"/>
          </a:ln>
        </p:spPr>
      </p:sp>
      <p:sp>
        <p:nvSpPr>
          <p:cNvPr id="9" name="Text 3"/>
          <p:cNvSpPr txBox="1"/>
          <p:nvPr/>
        </p:nvSpPr>
        <p:spPr>
          <a:xfrm>
            <a:off x="594360" y="1280160"/>
            <a:ext cx="35661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39AA8"/>
                </a:solidFill>
                <a:latin typeface="Pixelify Sans" pitchFamily="34" charset="0"/>
                <a:ea typeface="Pixelify Sans" pitchFamily="34" charset="-122"/>
                <a:cs typeface="Pixelify Sans" pitchFamily="34" charset="-120"/>
              </a:rPr>
              <a:t>[Fotos de ofrendas]</a:t>
            </a:r>
            <a:endParaRPr lang="en-US" sz="1100" dirty="0"/>
          </a:p>
        </p:txBody>
      </p:sp>
      <p:sp>
        <p:nvSpPr>
          <p:cNvPr id="10" name="Text 4"/>
          <p:cNvSpPr txBox="1"/>
          <p:nvPr/>
        </p:nvSpPr>
        <p:spPr>
          <a:xfrm>
            <a:off x="4663440" y="137160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1DDB3"/>
                </a:solidFill>
                <a:latin typeface="Pixelify Sans" pitchFamily="34" charset="0"/>
                <a:ea typeface="Pixelify Sans" pitchFamily="34" charset="-122"/>
                <a:cs typeface="Pixelify Sans" pitchFamily="34" charset="-120"/>
              </a:rPr>
              <a:t>Cada año ponemos ofrendas, cempasúchil y pan de muerto…</a:t>
            </a:r>
            <a:endParaRPr lang="en-US" sz="1600" dirty="0"/>
          </a:p>
        </p:txBody>
      </p:sp>
      <p:sp>
        <p:nvSpPr>
          <p:cNvPr id="11" name="Text 5"/>
          <p:cNvSpPr txBox="1"/>
          <p:nvPr/>
        </p:nvSpPr>
        <p:spPr>
          <a:xfrm>
            <a:off x="4663440" y="219456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A39AA8"/>
                </a:solidFill>
                <a:latin typeface="Pixelify Sans" pitchFamily="34" charset="0"/>
                <a:ea typeface="Pixelify Sans" pitchFamily="34" charset="-122"/>
                <a:cs typeface="Pixelify Sans" pitchFamily="34" charset="-120"/>
              </a:rPr>
              <a:t>…pero casi nunca nos preguntamos de dónde viene todo eso.</a:t>
            </a:r>
            <a:endParaRPr lang="en-US" sz="1600" dirty="0"/>
          </a:p>
        </p:txBody>
      </p:sp>
      <p:sp>
        <p:nvSpPr>
          <p:cNvPr id="12" name="Text 6"/>
          <p:cNvSpPr txBox="1"/>
          <p:nvPr/>
        </p:nvSpPr>
        <p:spPr>
          <a:xfrm>
            <a:off x="4663440" y="329184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08A24"/>
                </a:solidFill>
                <a:latin typeface="Pixelify Sans" pitchFamily="34" charset="0"/>
                <a:ea typeface="Pixelify Sans" pitchFamily="34" charset="-122"/>
                <a:cs typeface="Pixelify Sans" pitchFamily="34" charset="-120"/>
              </a:rPr>
              <a:t>Objetivo: que vean su ofrenda de otra manera.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etal.png">    </p:cNvPr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 rot="9660000">
            <a:off x="179268" y="749156"/>
            <a:ext cx="325906" cy="282452"/>
          </a:xfrm>
          <a:prstGeom prst="rect">
            <a:avLst/>
          </a:prstGeom>
        </p:spPr>
      </p:pic>
      <p:pic>
        <p:nvPicPr>
          <p:cNvPr id="3" name="Image 1" descr="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0" y="1097280"/>
            <a:ext cx="6217920" cy="1627632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457200" y="3108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39AA8"/>
                </a:solidFill>
                <a:latin typeface="Pixelify Sans" pitchFamily="34" charset="0"/>
                <a:ea typeface="Pixelify Sans" pitchFamily="34" charset="-122"/>
                <a:cs typeface="Pixelify Sans" pitchFamily="34" charset="-120"/>
              </a:rPr>
              <a:t>nahui = "cuatro" en náhuatl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etal.png">    </p:cNvPr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 rot="11880000">
            <a:off x="254151" y="2408431"/>
            <a:ext cx="222247" cy="192614"/>
          </a:xfrm>
          <a:prstGeom prst="rect">
            <a:avLst/>
          </a:prstGeom>
        </p:spPr>
      </p:pic>
      <p:pic>
        <p:nvPicPr>
          <p:cNvPr id="3" name="Image 1" descr="petal.png">    </p:cNvPr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 rot="15120000">
            <a:off x="146831" y="3810058"/>
            <a:ext cx="219504" cy="190237"/>
          </a:xfrm>
          <a:prstGeom prst="rect">
            <a:avLst/>
          </a:prstGeom>
        </p:spPr>
      </p:pic>
      <p:pic>
        <p:nvPicPr>
          <p:cNvPr id="4" name="Image 2" descr="petal.png">    </p:cNvPr>
          <p:cNvPicPr>
            <a:picLocks noChangeAspect="1"/>
          </p:cNvPicPr>
          <p:nvPr/>
        </p:nvPicPr>
        <p:blipFill>
          <a:blip r:embed="rId4">
            <a:alphaModFix amt="80000"/>
          </a:blip>
          <a:stretch>
            <a:fillRect/>
          </a:stretch>
        </p:blipFill>
        <p:spPr>
          <a:xfrm rot="5220000">
            <a:off x="8588925" y="3017441"/>
            <a:ext cx="184790" cy="160151"/>
          </a:xfrm>
          <a:prstGeom prst="rect">
            <a:avLst/>
          </a:prstGeom>
        </p:spPr>
      </p:pic>
      <p:pic>
        <p:nvPicPr>
          <p:cNvPr id="5" name="Image 3" descr="glyph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365760"/>
            <a:ext cx="420624" cy="457200"/>
          </a:xfrm>
          <a:prstGeom prst="rect">
            <a:avLst/>
          </a:prstGeom>
        </p:spPr>
      </p:pic>
      <p:sp>
        <p:nvSpPr>
          <p:cNvPr id="6" name="Text 0"/>
          <p:cNvSpPr txBox="1"/>
          <p:nvPr/>
        </p:nvSpPr>
        <p:spPr>
          <a:xfrm>
            <a:off x="1005840" y="3200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DDB3"/>
                </a:solidFill>
                <a:latin typeface="Pixelify Sans" pitchFamily="34" charset="0"/>
                <a:ea typeface="Pixelify Sans" pitchFamily="34" charset="-122"/>
                <a:cs typeface="Pixelify Sans" pitchFamily="34" charset="-120"/>
              </a:rPr>
              <a:t>Una calavera, un xolo, 9 niveles</a:t>
            </a:r>
            <a:endParaRPr lang="en-US" sz="3000" dirty="0"/>
          </a:p>
        </p:txBody>
      </p:sp>
      <p:sp>
        <p:nvSpPr>
          <p:cNvPr id="7" name="Shape 1"/>
          <p:cNvSpPr/>
          <p:nvPr/>
        </p:nvSpPr>
        <p:spPr>
          <a:xfrm>
            <a:off x="3346704" y="1307592"/>
            <a:ext cx="1975104" cy="3621024"/>
          </a:xfrm>
          <a:prstGeom prst="roundRect">
            <a:avLst>
              <a:gd name="adj" fmla="val 9259"/>
            </a:avLst>
          </a:prstGeom>
          <a:solidFill>
            <a:srgbClr val="000000"/>
          </a:solidFill>
          <a:ln w="38100">
            <a:solidFill>
              <a:srgbClr val="6E6872"/>
            </a:solidFill>
            <a:prstDash val="solid"/>
          </a:ln>
        </p:spPr>
      </p:sp>
      <p:pic>
        <p:nvPicPr>
          <p:cNvPr id="8" name="Image 4" descr="menu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56432" y="1371600"/>
            <a:ext cx="1865376" cy="3346704"/>
          </a:xfrm>
          <a:prstGeom prst="rect">
            <a:avLst/>
          </a:prstGeom>
        </p:spPr>
      </p:pic>
      <p:sp>
        <p:nvSpPr>
          <p:cNvPr id="9" name="Text 2"/>
          <p:cNvSpPr txBox="1"/>
          <p:nvPr/>
        </p:nvSpPr>
        <p:spPr>
          <a:xfrm>
            <a:off x="3291840" y="482803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39AA8"/>
                </a:solidFill>
                <a:latin typeface="Pixelify Sans" pitchFamily="34" charset="0"/>
                <a:ea typeface="Pixelify Sans" pitchFamily="34" charset="-122"/>
                <a:cs typeface="Pixelify Sans" pitchFamily="34" charset="-120"/>
              </a:rPr>
              <a:t>▶ Reemplazar por el video del menú</a:t>
            </a:r>
            <a:endParaRPr lang="en-US" sz="1000" dirty="0"/>
          </a:p>
        </p:txBody>
      </p:sp>
      <p:sp>
        <p:nvSpPr>
          <p:cNvPr id="10" name="Text 3"/>
          <p:cNvSpPr txBox="1"/>
          <p:nvPr/>
        </p:nvSpPr>
        <p:spPr>
          <a:xfrm>
            <a:off x="457200" y="21945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08A24"/>
                </a:solidFill>
                <a:latin typeface="Pixelify Sans" pitchFamily="34" charset="0"/>
                <a:ea typeface="Pixelify Sans" pitchFamily="34" charset="-122"/>
                <a:cs typeface="Pixelify Sans" pitchFamily="34" charset="-120"/>
              </a:rPr>
              <a:t>Tlalli</a:t>
            </a:r>
            <a:endParaRPr lang="en-US" sz="2600" dirty="0"/>
          </a:p>
        </p:txBody>
      </p:sp>
      <p:sp>
        <p:nvSpPr>
          <p:cNvPr id="11" name="Text 4"/>
          <p:cNvSpPr txBox="1"/>
          <p:nvPr/>
        </p:nvSpPr>
        <p:spPr>
          <a:xfrm>
            <a:off x="457200" y="27432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39AA8"/>
                </a:solidFill>
                <a:latin typeface="Pixelify Sans" pitchFamily="34" charset="0"/>
                <a:ea typeface="Pixelify Sans" pitchFamily="34" charset="-122"/>
                <a:cs typeface="Pixelify Sans" pitchFamily="34" charset="-120"/>
              </a:rPr>
              <a:t>tu xolo y único compañero</a:t>
            </a:r>
            <a:endParaRPr lang="en-US" sz="1400" dirty="0"/>
          </a:p>
        </p:txBody>
      </p:sp>
      <p:sp>
        <p:nvSpPr>
          <p:cNvPr id="12" name="Text 5"/>
          <p:cNvSpPr txBox="1"/>
          <p:nvPr/>
        </p:nvSpPr>
        <p:spPr>
          <a:xfrm>
            <a:off x="6217920" y="21945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08A24"/>
                </a:solidFill>
                <a:latin typeface="Pixelify Sans" pitchFamily="34" charset="0"/>
                <a:ea typeface="Pixelify Sans" pitchFamily="34" charset="-122"/>
                <a:cs typeface="Pixelify Sans" pitchFamily="34" charset="-120"/>
              </a:rPr>
              <a:t>Meta</a:t>
            </a:r>
            <a:endParaRPr lang="en-US" sz="2600" dirty="0"/>
          </a:p>
        </p:txBody>
      </p:sp>
      <p:sp>
        <p:nvSpPr>
          <p:cNvPr id="13" name="Text 6"/>
          <p:cNvSpPr txBox="1"/>
          <p:nvPr/>
        </p:nvSpPr>
        <p:spPr>
          <a:xfrm>
            <a:off x="6217920" y="274320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39AA8"/>
                </a:solidFill>
                <a:latin typeface="Pixelify Sans" pitchFamily="34" charset="0"/>
                <a:ea typeface="Pixelify Sans" pitchFamily="34" charset="-122"/>
                <a:cs typeface="Pixelify Sans" pitchFamily="34" charset="-120"/>
              </a:rPr>
              <a:t>ganarte el regreso con tu familia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etal.png">    </p:cNvPr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 rot="11820000">
            <a:off x="8651993" y="2159778"/>
            <a:ext cx="181823" cy="157580"/>
          </a:xfrm>
          <a:prstGeom prst="rect">
            <a:avLst/>
          </a:prstGeom>
        </p:spPr>
      </p:pic>
      <p:pic>
        <p:nvPicPr>
          <p:cNvPr id="3" name="Image 1" descr="glyp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65760"/>
            <a:ext cx="420624" cy="4572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005840" y="3200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DDB3"/>
                </a:solidFill>
                <a:latin typeface="Pixelify Sans" pitchFamily="34" charset="0"/>
                <a:ea typeface="Pixelify Sans" pitchFamily="34" charset="-122"/>
                <a:cs typeface="Pixelify Sans" pitchFamily="34" charset="-120"/>
              </a:rPr>
              <a:t>El mapa: nueve capas del Mictlán</a:t>
            </a:r>
            <a:endParaRPr lang="en-US" sz="3000" dirty="0"/>
          </a:p>
        </p:txBody>
      </p:sp>
      <p:sp>
        <p:nvSpPr>
          <p:cNvPr id="5" name="Shape 1"/>
          <p:cNvSpPr/>
          <p:nvPr/>
        </p:nvSpPr>
        <p:spPr>
          <a:xfrm>
            <a:off x="640080" y="1371600"/>
            <a:ext cx="457200" cy="457200"/>
          </a:xfrm>
          <a:prstGeom prst="rect">
            <a:avLst/>
          </a:prstGeom>
          <a:solidFill>
            <a:srgbClr val="F08A24"/>
          </a:solidFill>
          <a:ln/>
        </p:spPr>
      </p:sp>
      <p:sp>
        <p:nvSpPr>
          <p:cNvPr id="6" name="Text 2"/>
          <p:cNvSpPr txBox="1"/>
          <p:nvPr/>
        </p:nvSpPr>
        <p:spPr>
          <a:xfrm>
            <a:off x="64008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0E1A"/>
                </a:solidFill>
                <a:latin typeface="Pixelify Sans" pitchFamily="34" charset="0"/>
                <a:ea typeface="Pixelify Sans" pitchFamily="34" charset="-122"/>
                <a:cs typeface="Pixelify Sans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3"/>
          <p:cNvSpPr txBox="1"/>
          <p:nvPr/>
        </p:nvSpPr>
        <p:spPr>
          <a:xfrm>
            <a:off x="1234440" y="144475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1DDB3"/>
                </a:solidFill>
                <a:latin typeface="Pixelify Sans" pitchFamily="34" charset="0"/>
                <a:ea typeface="Pixelify Sans" pitchFamily="34" charset="-122"/>
                <a:cs typeface="Pixelify Sans" pitchFamily="34" charset="-120"/>
              </a:rPr>
              <a:t>Itzcuintlán</a:t>
            </a:r>
            <a:endParaRPr lang="en-US" sz="1500" dirty="0"/>
          </a:p>
        </p:txBody>
      </p:sp>
      <p:sp>
        <p:nvSpPr>
          <p:cNvPr id="8" name="Shape 4"/>
          <p:cNvSpPr/>
          <p:nvPr/>
        </p:nvSpPr>
        <p:spPr>
          <a:xfrm>
            <a:off x="868680" y="2029968"/>
            <a:ext cx="457200" cy="457200"/>
          </a:xfrm>
          <a:prstGeom prst="rect">
            <a:avLst/>
          </a:prstGeom>
          <a:solidFill>
            <a:srgbClr val="F08A24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868680" y="2029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0E1A"/>
                </a:solidFill>
                <a:latin typeface="Pixelify Sans" pitchFamily="34" charset="0"/>
                <a:ea typeface="Pixelify Sans" pitchFamily="34" charset="-122"/>
                <a:cs typeface="Pixelify Sans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1463040" y="21031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1DDB3"/>
                </a:solidFill>
                <a:latin typeface="Pixelify Sans" pitchFamily="34" charset="0"/>
                <a:ea typeface="Pixelify Sans" pitchFamily="34" charset="-122"/>
                <a:cs typeface="Pixelify Sans" pitchFamily="34" charset="-120"/>
              </a:rPr>
              <a:t>Tepeme Monamictlán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1097280" y="2688336"/>
            <a:ext cx="457200" cy="457200"/>
          </a:xfrm>
          <a:prstGeom prst="rect">
            <a:avLst/>
          </a:prstGeom>
          <a:solidFill>
            <a:srgbClr val="F08A24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1097280" y="26883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0E1A"/>
                </a:solidFill>
                <a:latin typeface="Pixelify Sans" pitchFamily="34" charset="0"/>
                <a:ea typeface="Pixelify Sans" pitchFamily="34" charset="-122"/>
                <a:cs typeface="Pixelify Sans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1691640" y="276148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1DDB3"/>
                </a:solidFill>
                <a:latin typeface="Pixelify Sans" pitchFamily="34" charset="0"/>
                <a:ea typeface="Pixelify Sans" pitchFamily="34" charset="-122"/>
                <a:cs typeface="Pixelify Sans" pitchFamily="34" charset="-120"/>
              </a:rPr>
              <a:t>Iztépetl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1325880" y="3346704"/>
            <a:ext cx="457200" cy="457200"/>
          </a:xfrm>
          <a:prstGeom prst="rect">
            <a:avLst/>
          </a:prstGeom>
          <a:solidFill>
            <a:srgbClr val="F08A24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1325880" y="33467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0E1A"/>
                </a:solidFill>
                <a:latin typeface="Pixelify Sans" pitchFamily="34" charset="0"/>
                <a:ea typeface="Pixelify Sans" pitchFamily="34" charset="-122"/>
                <a:cs typeface="Pixelify Sans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2"/>
          <p:cNvSpPr txBox="1"/>
          <p:nvPr/>
        </p:nvSpPr>
        <p:spPr>
          <a:xfrm>
            <a:off x="1920240" y="341985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1DDB3"/>
                </a:solidFill>
                <a:latin typeface="Pixelify Sans" pitchFamily="34" charset="0"/>
                <a:ea typeface="Pixelify Sans" pitchFamily="34" charset="-122"/>
                <a:cs typeface="Pixelify Sans" pitchFamily="34" charset="-120"/>
              </a:rPr>
              <a:t>Itzehecayan</a:t>
            </a:r>
            <a:endParaRPr lang="en-US" sz="1500" dirty="0"/>
          </a:p>
        </p:txBody>
      </p:sp>
      <p:sp>
        <p:nvSpPr>
          <p:cNvPr id="17" name="Shape 13"/>
          <p:cNvSpPr/>
          <p:nvPr/>
        </p:nvSpPr>
        <p:spPr>
          <a:xfrm>
            <a:off x="1554480" y="4005072"/>
            <a:ext cx="457200" cy="457200"/>
          </a:xfrm>
          <a:prstGeom prst="rect">
            <a:avLst/>
          </a:prstGeom>
          <a:solidFill>
            <a:srgbClr val="F08A24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1554480" y="4005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0E1A"/>
                </a:solidFill>
                <a:latin typeface="Pixelify Sans" pitchFamily="34" charset="0"/>
                <a:ea typeface="Pixelify Sans" pitchFamily="34" charset="-122"/>
                <a:cs typeface="Pixelify Sans" pitchFamily="34" charset="-120"/>
              </a:rPr>
              <a:t>5</a:t>
            </a:r>
            <a:endParaRPr lang="en-US" sz="1600" dirty="0"/>
          </a:p>
        </p:txBody>
      </p:sp>
      <p:sp>
        <p:nvSpPr>
          <p:cNvPr id="19" name="Text 15"/>
          <p:cNvSpPr txBox="1"/>
          <p:nvPr/>
        </p:nvSpPr>
        <p:spPr>
          <a:xfrm>
            <a:off x="2148840" y="407822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1DDB3"/>
                </a:solidFill>
                <a:latin typeface="Pixelify Sans" pitchFamily="34" charset="0"/>
                <a:ea typeface="Pixelify Sans" pitchFamily="34" charset="-122"/>
                <a:cs typeface="Pixelify Sans" pitchFamily="34" charset="-120"/>
              </a:rPr>
              <a:t>Pancuetlacalóyan</a:t>
            </a:r>
            <a:endParaRPr lang="en-US" sz="1500" dirty="0"/>
          </a:p>
        </p:txBody>
      </p:sp>
      <p:sp>
        <p:nvSpPr>
          <p:cNvPr id="20" name="Shape 16"/>
          <p:cNvSpPr/>
          <p:nvPr/>
        </p:nvSpPr>
        <p:spPr>
          <a:xfrm>
            <a:off x="4846320" y="1371600"/>
            <a:ext cx="457200" cy="457200"/>
          </a:xfrm>
          <a:prstGeom prst="rect">
            <a:avLst/>
          </a:prstGeom>
          <a:solidFill>
            <a:srgbClr val="F08A24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484632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0E1A"/>
                </a:solidFill>
                <a:latin typeface="Pixelify Sans" pitchFamily="34" charset="0"/>
                <a:ea typeface="Pixelify Sans" pitchFamily="34" charset="-122"/>
                <a:cs typeface="Pixelify Sans" pitchFamily="34" charset="-120"/>
              </a:rPr>
              <a:t>6</a:t>
            </a:r>
            <a:endParaRPr lang="en-US" sz="1600" dirty="0"/>
          </a:p>
        </p:txBody>
      </p:sp>
      <p:sp>
        <p:nvSpPr>
          <p:cNvPr id="22" name="Text 18"/>
          <p:cNvSpPr txBox="1"/>
          <p:nvPr/>
        </p:nvSpPr>
        <p:spPr>
          <a:xfrm>
            <a:off x="5440680" y="144475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1DDB3"/>
                </a:solidFill>
                <a:latin typeface="Pixelify Sans" pitchFamily="34" charset="0"/>
                <a:ea typeface="Pixelify Sans" pitchFamily="34" charset="-122"/>
                <a:cs typeface="Pixelify Sans" pitchFamily="34" charset="-120"/>
              </a:rPr>
              <a:t>Temiminalóyan</a:t>
            </a:r>
            <a:endParaRPr lang="en-US" sz="1500" dirty="0"/>
          </a:p>
        </p:txBody>
      </p:sp>
      <p:sp>
        <p:nvSpPr>
          <p:cNvPr id="23" name="Shape 19"/>
          <p:cNvSpPr/>
          <p:nvPr/>
        </p:nvSpPr>
        <p:spPr>
          <a:xfrm>
            <a:off x="5074920" y="2029968"/>
            <a:ext cx="457200" cy="457200"/>
          </a:xfrm>
          <a:prstGeom prst="rect">
            <a:avLst/>
          </a:prstGeom>
          <a:solidFill>
            <a:srgbClr val="F08A24"/>
          </a:solidFill>
          <a:ln/>
        </p:spPr>
      </p:sp>
      <p:sp>
        <p:nvSpPr>
          <p:cNvPr id="24" name="Text 20"/>
          <p:cNvSpPr txBox="1"/>
          <p:nvPr/>
        </p:nvSpPr>
        <p:spPr>
          <a:xfrm>
            <a:off x="5074920" y="2029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0E1A"/>
                </a:solidFill>
                <a:latin typeface="Pixelify Sans" pitchFamily="34" charset="0"/>
                <a:ea typeface="Pixelify Sans" pitchFamily="34" charset="-122"/>
                <a:cs typeface="Pixelify Sans" pitchFamily="34" charset="-120"/>
              </a:rPr>
              <a:t>7</a:t>
            </a:r>
            <a:endParaRPr lang="en-US" sz="1600" dirty="0"/>
          </a:p>
        </p:txBody>
      </p:sp>
      <p:sp>
        <p:nvSpPr>
          <p:cNvPr id="25" name="Text 21"/>
          <p:cNvSpPr txBox="1"/>
          <p:nvPr/>
        </p:nvSpPr>
        <p:spPr>
          <a:xfrm>
            <a:off x="5669280" y="21031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1DDB3"/>
                </a:solidFill>
                <a:latin typeface="Pixelify Sans" pitchFamily="34" charset="0"/>
                <a:ea typeface="Pixelify Sans" pitchFamily="34" charset="-122"/>
                <a:cs typeface="Pixelify Sans" pitchFamily="34" charset="-120"/>
              </a:rPr>
              <a:t>Teyollocualóyan</a:t>
            </a:r>
            <a:endParaRPr lang="en-US" sz="1500" dirty="0"/>
          </a:p>
        </p:txBody>
      </p:sp>
      <p:sp>
        <p:nvSpPr>
          <p:cNvPr id="26" name="Shape 22"/>
          <p:cNvSpPr/>
          <p:nvPr/>
        </p:nvSpPr>
        <p:spPr>
          <a:xfrm>
            <a:off x="5303520" y="2688336"/>
            <a:ext cx="457200" cy="457200"/>
          </a:xfrm>
          <a:prstGeom prst="rect">
            <a:avLst/>
          </a:prstGeom>
          <a:solidFill>
            <a:srgbClr val="F08A24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5303520" y="26883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0E1A"/>
                </a:solidFill>
                <a:latin typeface="Pixelify Sans" pitchFamily="34" charset="0"/>
                <a:ea typeface="Pixelify Sans" pitchFamily="34" charset="-122"/>
                <a:cs typeface="Pixelify Sans" pitchFamily="34" charset="-120"/>
              </a:rPr>
              <a:t>8</a:t>
            </a:r>
            <a:endParaRPr lang="en-US" sz="1600" dirty="0"/>
          </a:p>
        </p:txBody>
      </p:sp>
      <p:sp>
        <p:nvSpPr>
          <p:cNvPr id="28" name="Text 24"/>
          <p:cNvSpPr txBox="1"/>
          <p:nvPr/>
        </p:nvSpPr>
        <p:spPr>
          <a:xfrm>
            <a:off x="5897880" y="276148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1DDB3"/>
                </a:solidFill>
                <a:latin typeface="Pixelify Sans" pitchFamily="34" charset="0"/>
                <a:ea typeface="Pixelify Sans" pitchFamily="34" charset="-122"/>
                <a:cs typeface="Pixelify Sans" pitchFamily="34" charset="-120"/>
              </a:rPr>
              <a:t>Apanohualóyan</a:t>
            </a:r>
            <a:endParaRPr lang="en-US" sz="1500" dirty="0"/>
          </a:p>
        </p:txBody>
      </p:sp>
      <p:sp>
        <p:nvSpPr>
          <p:cNvPr id="29" name="Shape 25"/>
          <p:cNvSpPr/>
          <p:nvPr/>
        </p:nvSpPr>
        <p:spPr>
          <a:xfrm>
            <a:off x="5532120" y="3346704"/>
            <a:ext cx="457200" cy="457200"/>
          </a:xfrm>
          <a:prstGeom prst="rect">
            <a:avLst/>
          </a:prstGeom>
          <a:solidFill>
            <a:srgbClr val="C9653A"/>
          </a:solidFill>
          <a:ln/>
        </p:spPr>
      </p:sp>
      <p:sp>
        <p:nvSpPr>
          <p:cNvPr id="30" name="Text 26"/>
          <p:cNvSpPr txBox="1"/>
          <p:nvPr/>
        </p:nvSpPr>
        <p:spPr>
          <a:xfrm>
            <a:off x="5532120" y="33467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0E1A"/>
                </a:solidFill>
                <a:latin typeface="Pixelify Sans" pitchFamily="34" charset="0"/>
                <a:ea typeface="Pixelify Sans" pitchFamily="34" charset="-122"/>
                <a:cs typeface="Pixelify Sans" pitchFamily="34" charset="-120"/>
              </a:rPr>
              <a:t>9</a:t>
            </a:r>
            <a:endParaRPr lang="en-US" sz="1600" dirty="0"/>
          </a:p>
        </p:txBody>
      </p:sp>
      <p:sp>
        <p:nvSpPr>
          <p:cNvPr id="31" name="Text 27"/>
          <p:cNvSpPr txBox="1"/>
          <p:nvPr/>
        </p:nvSpPr>
        <p:spPr>
          <a:xfrm>
            <a:off x="6126480" y="341985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1DDB3"/>
                </a:solidFill>
                <a:latin typeface="Pixelify Sans" pitchFamily="34" charset="0"/>
                <a:ea typeface="Pixelify Sans" pitchFamily="34" charset="-122"/>
                <a:cs typeface="Pixelify Sans" pitchFamily="34" charset="-120"/>
              </a:rPr>
              <a:t>Chiconahualóyan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57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08A24"/>
                </a:solidFill>
                <a:latin typeface="Pixelify Sans" pitchFamily="34" charset="0"/>
                <a:ea typeface="Pixelify Sans" pitchFamily="34" charset="-122"/>
                <a:cs typeface="Pixelify Sans" pitchFamily="34" charset="-120"/>
              </a:rPr>
              <a:t>NIVEL 1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1DDB3"/>
                </a:solidFill>
                <a:latin typeface="Pixelify Sans" pitchFamily="34" charset="0"/>
                <a:ea typeface="Pixelify Sans" pitchFamily="34" charset="-122"/>
                <a:cs typeface="Pixelify Sans" pitchFamily="34" charset="-120"/>
              </a:rPr>
              <a:t>Itzcuintlán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64592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1DDB3"/>
                </a:solidFill>
                <a:latin typeface="Pixelify Sans" pitchFamily="34" charset="0"/>
                <a:ea typeface="Pixelify Sans" pitchFamily="34" charset="-122"/>
                <a:cs typeface="Pixelify Sans" pitchFamily="34" charset="-120"/>
              </a:rPr>
              <a:t>El lugar de los perros: el río que ningún alma cruza sola.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83464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F08A24"/>
                </a:solidFill>
                <a:latin typeface="Pixelify Sans" pitchFamily="34" charset="0"/>
                <a:ea typeface="Pixelify Sans" pitchFamily="34" charset="-122"/>
                <a:cs typeface="Pixelify Sans" pitchFamily="34" charset="-120"/>
              </a:rPr>
              <a:t>Cómo trataste a tu perro importa.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663440" y="548640"/>
            <a:ext cx="4023360" cy="4023360"/>
          </a:xfrm>
          <a:prstGeom prst="rect">
            <a:avLst/>
          </a:prstGeom>
          <a:solidFill>
            <a:srgbClr val="1C1724">
              <a:alpha val="85000"/>
            </a:srgbClr>
          </a:solidFill>
          <a:ln w="50800">
            <a:solidFill>
              <a:srgbClr val="6E687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718304" y="603504"/>
            <a:ext cx="3913632" cy="3913632"/>
          </a:xfrm>
          <a:prstGeom prst="rect">
            <a:avLst/>
          </a:prstGeom>
          <a:ln w="19050">
            <a:solidFill>
              <a:srgbClr val="2A253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00600" y="548640"/>
            <a:ext cx="374904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39AA8"/>
                </a:solidFill>
                <a:latin typeface="Pixelify Sans" pitchFamily="34" charset="0"/>
                <a:ea typeface="Pixelify Sans" pitchFamily="34" charset="-122"/>
                <a:cs typeface="Pixelify Sans" pitchFamily="34" charset="-120"/>
              </a:rPr>
              <a:t>[Imagen IA: la calavera cruzando el río sobre el lomo del xolo]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etal.png">    </p:cNvPr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 rot="16860000">
            <a:off x="3645671" y="4793137"/>
            <a:ext cx="164568" cy="142626"/>
          </a:xfrm>
          <a:prstGeom prst="rect">
            <a:avLst/>
          </a:prstGeom>
        </p:spPr>
      </p:pic>
      <p:pic>
        <p:nvPicPr>
          <p:cNvPr id="3" name="Image 1" descr="petal.png">    </p:cNvPr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 rot="1680000">
            <a:off x="8713178" y="1333486"/>
            <a:ext cx="218129" cy="189045"/>
          </a:xfrm>
          <a:prstGeom prst="rect">
            <a:avLst/>
          </a:prstGeom>
        </p:spPr>
      </p:pic>
      <p:pic>
        <p:nvPicPr>
          <p:cNvPr id="4" name="Image 2" descr="glyph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65760"/>
            <a:ext cx="420624" cy="457200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1005840" y="3200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DDB3"/>
                </a:solidFill>
                <a:latin typeface="Pixelify Sans" pitchFamily="34" charset="0"/>
                <a:ea typeface="Pixelify Sans" pitchFamily="34" charset="-122"/>
                <a:cs typeface="Pixelify Sans" pitchFamily="34" charset="-120"/>
              </a:rPr>
              <a:t>Niveles 2 a 4</a:t>
            </a:r>
            <a:endParaRPr lang="en-US" sz="3000" dirty="0"/>
          </a:p>
        </p:txBody>
      </p:sp>
      <p:sp>
        <p:nvSpPr>
          <p:cNvPr id="6" name="Shape 1"/>
          <p:cNvSpPr/>
          <p:nvPr/>
        </p:nvSpPr>
        <p:spPr>
          <a:xfrm>
            <a:off x="457200" y="1188720"/>
            <a:ext cx="2615184" cy="2377440"/>
          </a:xfrm>
          <a:prstGeom prst="rect">
            <a:avLst/>
          </a:prstGeom>
          <a:solidFill>
            <a:srgbClr val="1C1724">
              <a:alpha val="85000"/>
            </a:srgbClr>
          </a:solidFill>
          <a:ln w="50800">
            <a:solidFill>
              <a:srgbClr val="6E6872"/>
            </a:solidFill>
            <a:prstDash val="solid"/>
          </a:ln>
        </p:spPr>
      </p:sp>
      <p:sp>
        <p:nvSpPr>
          <p:cNvPr id="7" name="Shape 2"/>
          <p:cNvSpPr/>
          <p:nvPr/>
        </p:nvSpPr>
        <p:spPr>
          <a:xfrm>
            <a:off x="512064" y="1243584"/>
            <a:ext cx="2505456" cy="2267712"/>
          </a:xfrm>
          <a:prstGeom prst="rect">
            <a:avLst/>
          </a:prstGeom>
          <a:ln w="19050">
            <a:solidFill>
              <a:srgbClr val="2A2530"/>
            </a:solidFill>
            <a:prstDash val="solid"/>
          </a:ln>
        </p:spPr>
      </p:sp>
      <p:sp>
        <p:nvSpPr>
          <p:cNvPr id="8" name="Text 3"/>
          <p:cNvSpPr txBox="1"/>
          <p:nvPr/>
        </p:nvSpPr>
        <p:spPr>
          <a:xfrm>
            <a:off x="594360" y="1188720"/>
            <a:ext cx="2340864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39AA8"/>
                </a:solidFill>
                <a:latin typeface="Pixelify Sans" pitchFamily="34" charset="0"/>
                <a:ea typeface="Pixelify Sans" pitchFamily="34" charset="-122"/>
                <a:cs typeface="Pixelify Sans" pitchFamily="34" charset="-120"/>
              </a:rPr>
              <a:t>[Imagen IA: nivel 2]</a:t>
            </a:r>
            <a:endParaRPr lang="en-US" sz="1100" dirty="0"/>
          </a:p>
        </p:txBody>
      </p:sp>
      <p:sp>
        <p:nvSpPr>
          <p:cNvPr id="9" name="Text 4"/>
          <p:cNvSpPr txBox="1"/>
          <p:nvPr/>
        </p:nvSpPr>
        <p:spPr>
          <a:xfrm>
            <a:off x="457200" y="3749040"/>
            <a:ext cx="2615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08A24"/>
                </a:solidFill>
                <a:latin typeface="Pixelify Sans" pitchFamily="34" charset="0"/>
                <a:ea typeface="Pixelify Sans" pitchFamily="34" charset="-122"/>
                <a:cs typeface="Pixelify Sans" pitchFamily="34" charset="-120"/>
              </a:rPr>
              <a:t>2 · Cerros que chocan</a:t>
            </a:r>
            <a:endParaRPr lang="en-US" sz="1500" dirty="0"/>
          </a:p>
        </p:txBody>
      </p:sp>
      <p:sp>
        <p:nvSpPr>
          <p:cNvPr id="10" name="Shape 5"/>
          <p:cNvSpPr/>
          <p:nvPr/>
        </p:nvSpPr>
        <p:spPr>
          <a:xfrm>
            <a:off x="3264408" y="1188720"/>
            <a:ext cx="2615184" cy="2377440"/>
          </a:xfrm>
          <a:prstGeom prst="rect">
            <a:avLst/>
          </a:prstGeom>
          <a:solidFill>
            <a:srgbClr val="1C1724">
              <a:alpha val="85000"/>
            </a:srgbClr>
          </a:solidFill>
          <a:ln w="50800">
            <a:solidFill>
              <a:srgbClr val="6E6872"/>
            </a:solidFill>
            <a:prstDash val="solid"/>
          </a:ln>
        </p:spPr>
      </p:sp>
      <p:sp>
        <p:nvSpPr>
          <p:cNvPr id="11" name="Shape 6"/>
          <p:cNvSpPr/>
          <p:nvPr/>
        </p:nvSpPr>
        <p:spPr>
          <a:xfrm>
            <a:off x="3319272" y="1243584"/>
            <a:ext cx="2505456" cy="2267712"/>
          </a:xfrm>
          <a:prstGeom prst="rect">
            <a:avLst/>
          </a:prstGeom>
          <a:ln w="19050">
            <a:solidFill>
              <a:srgbClr val="2A2530"/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3401568" y="1188720"/>
            <a:ext cx="2340864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39AA8"/>
                </a:solidFill>
                <a:latin typeface="Pixelify Sans" pitchFamily="34" charset="0"/>
                <a:ea typeface="Pixelify Sans" pitchFamily="34" charset="-122"/>
                <a:cs typeface="Pixelify Sans" pitchFamily="34" charset="-120"/>
              </a:rPr>
              <a:t>[Imagen IA: nivel 3]</a:t>
            </a:r>
            <a:endParaRPr lang="en-US" sz="1100" dirty="0"/>
          </a:p>
        </p:txBody>
      </p:sp>
      <p:sp>
        <p:nvSpPr>
          <p:cNvPr id="13" name="Text 8"/>
          <p:cNvSpPr txBox="1"/>
          <p:nvPr/>
        </p:nvSpPr>
        <p:spPr>
          <a:xfrm>
            <a:off x="3264408" y="3749040"/>
            <a:ext cx="2615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08A24"/>
                </a:solidFill>
                <a:latin typeface="Pixelify Sans" pitchFamily="34" charset="0"/>
                <a:ea typeface="Pixelify Sans" pitchFamily="34" charset="-122"/>
                <a:cs typeface="Pixelify Sans" pitchFamily="34" charset="-120"/>
              </a:rPr>
              <a:t>3 · Cerro de obsidiana</a:t>
            </a:r>
            <a:endParaRPr lang="en-US" sz="1500" dirty="0"/>
          </a:p>
        </p:txBody>
      </p:sp>
      <p:sp>
        <p:nvSpPr>
          <p:cNvPr id="14" name="Shape 9"/>
          <p:cNvSpPr/>
          <p:nvPr/>
        </p:nvSpPr>
        <p:spPr>
          <a:xfrm>
            <a:off x="6071616" y="1188720"/>
            <a:ext cx="2615184" cy="2377440"/>
          </a:xfrm>
          <a:prstGeom prst="rect">
            <a:avLst/>
          </a:prstGeom>
          <a:solidFill>
            <a:srgbClr val="1C1724">
              <a:alpha val="85000"/>
            </a:srgbClr>
          </a:solidFill>
          <a:ln w="50800">
            <a:solidFill>
              <a:srgbClr val="6E6872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6126480" y="1243584"/>
            <a:ext cx="2505456" cy="2267712"/>
          </a:xfrm>
          <a:prstGeom prst="rect">
            <a:avLst/>
          </a:prstGeom>
          <a:ln w="19050">
            <a:solidFill>
              <a:srgbClr val="2A2530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6208776" y="1188720"/>
            <a:ext cx="2340864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39AA8"/>
                </a:solidFill>
                <a:latin typeface="Pixelify Sans" pitchFamily="34" charset="0"/>
                <a:ea typeface="Pixelify Sans" pitchFamily="34" charset="-122"/>
                <a:cs typeface="Pixelify Sans" pitchFamily="34" charset="-120"/>
              </a:rPr>
              <a:t>[Imagen IA: nivel 4]</a:t>
            </a:r>
            <a:endParaRPr lang="en-US" sz="1100" dirty="0"/>
          </a:p>
        </p:txBody>
      </p:sp>
      <p:sp>
        <p:nvSpPr>
          <p:cNvPr id="17" name="Text 12"/>
          <p:cNvSpPr txBox="1"/>
          <p:nvPr/>
        </p:nvSpPr>
        <p:spPr>
          <a:xfrm>
            <a:off x="6071616" y="3749040"/>
            <a:ext cx="2615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08A24"/>
                </a:solidFill>
                <a:latin typeface="Pixelify Sans" pitchFamily="34" charset="0"/>
                <a:ea typeface="Pixelify Sans" pitchFamily="34" charset="-122"/>
                <a:cs typeface="Pixelify Sans" pitchFamily="34" charset="-120"/>
              </a:rPr>
              <a:t>4 · Viento de navajas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etal.png">    </p:cNvPr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 rot="8160000">
            <a:off x="3132290" y="170706"/>
            <a:ext cx="296072" cy="256596"/>
          </a:xfrm>
          <a:prstGeom prst="rect">
            <a:avLst/>
          </a:prstGeom>
        </p:spPr>
      </p:pic>
      <p:pic>
        <p:nvPicPr>
          <p:cNvPr id="3" name="Image 1" descr="petal.png">    </p:cNvPr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 rot="4980000">
            <a:off x="12756" y="3525382"/>
            <a:ext cx="153057" cy="132650"/>
          </a:xfrm>
          <a:prstGeom prst="rect">
            <a:avLst/>
          </a:prstGeom>
        </p:spPr>
      </p:pic>
      <p:pic>
        <p:nvPicPr>
          <p:cNvPr id="4" name="Image 2" descr="petal.png">    </p:cNvPr>
          <p:cNvPicPr>
            <a:picLocks noChangeAspect="1"/>
          </p:cNvPicPr>
          <p:nvPr/>
        </p:nvPicPr>
        <p:blipFill>
          <a:blip r:embed="rId4">
            <a:alphaModFix amt="80000"/>
          </a:blip>
          <a:stretch>
            <a:fillRect/>
          </a:stretch>
        </p:blipFill>
        <p:spPr>
          <a:xfrm rot="3600000">
            <a:off x="3817488" y="183773"/>
            <a:ext cx="311160" cy="269672"/>
          </a:xfrm>
          <a:prstGeom prst="rect">
            <a:avLst/>
          </a:prstGeom>
        </p:spPr>
      </p:pic>
      <p:pic>
        <p:nvPicPr>
          <p:cNvPr id="5" name="Image 3" descr="petal.png">    </p:cNvPr>
          <p:cNvPicPr>
            <a:picLocks noChangeAspect="1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 rot="13740000">
            <a:off x="4146823" y="4773152"/>
            <a:ext cx="288335" cy="249891"/>
          </a:xfrm>
          <a:prstGeom prst="rect">
            <a:avLst/>
          </a:prstGeom>
        </p:spPr>
      </p:pic>
      <p:pic>
        <p:nvPicPr>
          <p:cNvPr id="6" name="Image 4" descr="glyph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365760"/>
            <a:ext cx="420624" cy="457200"/>
          </a:xfrm>
          <a:prstGeom prst="rect">
            <a:avLst/>
          </a:prstGeom>
        </p:spPr>
      </p:pic>
      <p:sp>
        <p:nvSpPr>
          <p:cNvPr id="7" name="Text 0"/>
          <p:cNvSpPr txBox="1"/>
          <p:nvPr/>
        </p:nvSpPr>
        <p:spPr>
          <a:xfrm>
            <a:off x="1005840" y="3200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DDB3"/>
                </a:solidFill>
                <a:latin typeface="Pixelify Sans" pitchFamily="34" charset="0"/>
                <a:ea typeface="Pixelify Sans" pitchFamily="34" charset="-122"/>
                <a:cs typeface="Pixelify Sans" pitchFamily="34" charset="-120"/>
              </a:rPr>
              <a:t>Niveles 5 a 8</a:t>
            </a:r>
            <a:endParaRPr lang="en-US" sz="3000" dirty="0"/>
          </a:p>
        </p:txBody>
      </p:sp>
      <p:sp>
        <p:nvSpPr>
          <p:cNvPr id="8" name="Text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8A24"/>
                </a:solidFill>
                <a:latin typeface="Pixelify Sans" pitchFamily="34" charset="0"/>
                <a:ea typeface="Pixelify Sans" pitchFamily="34" charset="-122"/>
                <a:cs typeface="Pixelify Sans" pitchFamily="34" charset="-120"/>
              </a:rPr>
              <a:t>Cada nivel, más difícil que el anterior</a:t>
            </a:r>
            <a:endParaRPr lang="en-US" sz="1400" dirty="0"/>
          </a:p>
        </p:txBody>
      </p:sp>
      <p:sp>
        <p:nvSpPr>
          <p:cNvPr id="9" name="Shape 2"/>
          <p:cNvSpPr/>
          <p:nvPr/>
        </p:nvSpPr>
        <p:spPr>
          <a:xfrm>
            <a:off x="457200" y="1463040"/>
            <a:ext cx="1920240" cy="2103120"/>
          </a:xfrm>
          <a:prstGeom prst="rect">
            <a:avLst/>
          </a:prstGeom>
          <a:solidFill>
            <a:srgbClr val="1C1724">
              <a:alpha val="85000"/>
            </a:srgbClr>
          </a:solidFill>
          <a:ln w="50800">
            <a:solidFill>
              <a:srgbClr val="6E6872"/>
            </a:solidFill>
            <a:prstDash val="solid"/>
          </a:ln>
        </p:spPr>
      </p:sp>
      <p:sp>
        <p:nvSpPr>
          <p:cNvPr id="10" name="Shape 3"/>
          <p:cNvSpPr/>
          <p:nvPr/>
        </p:nvSpPr>
        <p:spPr>
          <a:xfrm>
            <a:off x="512064" y="1517904"/>
            <a:ext cx="1810512" cy="1993392"/>
          </a:xfrm>
          <a:prstGeom prst="rect">
            <a:avLst/>
          </a:prstGeom>
          <a:ln w="19050">
            <a:solidFill>
              <a:srgbClr val="2A2530"/>
            </a:solidFill>
            <a:prstDash val="solid"/>
          </a:ln>
        </p:spPr>
      </p:sp>
      <p:sp>
        <p:nvSpPr>
          <p:cNvPr id="11" name="Text 4"/>
          <p:cNvSpPr txBox="1"/>
          <p:nvPr/>
        </p:nvSpPr>
        <p:spPr>
          <a:xfrm>
            <a:off x="594360" y="1463040"/>
            <a:ext cx="16459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39AA8"/>
                </a:solidFill>
                <a:latin typeface="Pixelify Sans" pitchFamily="34" charset="0"/>
                <a:ea typeface="Pixelify Sans" pitchFamily="34" charset="-122"/>
                <a:cs typeface="Pixelify Sans" pitchFamily="34" charset="-120"/>
              </a:rPr>
              <a:t>[Imagen IA: nivel 5]</a:t>
            </a:r>
            <a:endParaRPr lang="en-US" sz="1100" dirty="0"/>
          </a:p>
        </p:txBody>
      </p:sp>
      <p:sp>
        <p:nvSpPr>
          <p:cNvPr id="12" name="Text 5"/>
          <p:cNvSpPr txBox="1"/>
          <p:nvPr/>
        </p:nvSpPr>
        <p:spPr>
          <a:xfrm>
            <a:off x="457200" y="37490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08A24"/>
                </a:solidFill>
                <a:latin typeface="Pixelify Sans" pitchFamily="34" charset="0"/>
                <a:ea typeface="Pixelify Sans" pitchFamily="34" charset="-122"/>
                <a:cs typeface="Pixelify Sans" pitchFamily="34" charset="-120"/>
              </a:rPr>
              <a:t>5 · Viento que eleva</a:t>
            </a:r>
            <a:endParaRPr lang="en-US" sz="1300" dirty="0"/>
          </a:p>
        </p:txBody>
      </p:sp>
      <p:sp>
        <p:nvSpPr>
          <p:cNvPr id="13" name="Shape 6"/>
          <p:cNvSpPr/>
          <p:nvPr/>
        </p:nvSpPr>
        <p:spPr>
          <a:xfrm>
            <a:off x="2560320" y="1463040"/>
            <a:ext cx="1920240" cy="2103120"/>
          </a:xfrm>
          <a:prstGeom prst="rect">
            <a:avLst/>
          </a:prstGeom>
          <a:solidFill>
            <a:srgbClr val="1C1724">
              <a:alpha val="85000"/>
            </a:srgbClr>
          </a:solidFill>
          <a:ln w="50800">
            <a:solidFill>
              <a:srgbClr val="6E6872"/>
            </a:solidFill>
            <a:prstDash val="solid"/>
          </a:ln>
        </p:spPr>
      </p:sp>
      <p:sp>
        <p:nvSpPr>
          <p:cNvPr id="14" name="Shape 7"/>
          <p:cNvSpPr/>
          <p:nvPr/>
        </p:nvSpPr>
        <p:spPr>
          <a:xfrm>
            <a:off x="2615184" y="1517904"/>
            <a:ext cx="1810512" cy="1993392"/>
          </a:xfrm>
          <a:prstGeom prst="rect">
            <a:avLst/>
          </a:prstGeom>
          <a:ln w="19050">
            <a:solidFill>
              <a:srgbClr val="2A2530"/>
            </a:solidFill>
            <a:prstDash val="solid"/>
          </a:ln>
        </p:spPr>
      </p:sp>
      <p:sp>
        <p:nvSpPr>
          <p:cNvPr id="15" name="Text 8"/>
          <p:cNvSpPr txBox="1"/>
          <p:nvPr/>
        </p:nvSpPr>
        <p:spPr>
          <a:xfrm>
            <a:off x="2697480" y="1463040"/>
            <a:ext cx="16459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39AA8"/>
                </a:solidFill>
                <a:latin typeface="Pixelify Sans" pitchFamily="34" charset="0"/>
                <a:ea typeface="Pixelify Sans" pitchFamily="34" charset="-122"/>
                <a:cs typeface="Pixelify Sans" pitchFamily="34" charset="-120"/>
              </a:rPr>
              <a:t>[Imagen IA: nivel 6]</a:t>
            </a:r>
            <a:endParaRPr lang="en-US" sz="1100" dirty="0"/>
          </a:p>
        </p:txBody>
      </p:sp>
      <p:sp>
        <p:nvSpPr>
          <p:cNvPr id="16" name="Text 9"/>
          <p:cNvSpPr txBox="1"/>
          <p:nvPr/>
        </p:nvSpPr>
        <p:spPr>
          <a:xfrm>
            <a:off x="2560320" y="37490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08A24"/>
                </a:solidFill>
                <a:latin typeface="Pixelify Sans" pitchFamily="34" charset="0"/>
                <a:ea typeface="Pixelify Sans" pitchFamily="34" charset="-122"/>
                <a:cs typeface="Pixelify Sans" pitchFamily="34" charset="-120"/>
              </a:rPr>
              <a:t>6 · Flechas invisibles</a:t>
            </a:r>
            <a:endParaRPr lang="en-US" sz="1300" dirty="0"/>
          </a:p>
        </p:txBody>
      </p:sp>
      <p:sp>
        <p:nvSpPr>
          <p:cNvPr id="17" name="Shape 10"/>
          <p:cNvSpPr/>
          <p:nvPr/>
        </p:nvSpPr>
        <p:spPr>
          <a:xfrm>
            <a:off x="4663440" y="1463040"/>
            <a:ext cx="1920240" cy="2103120"/>
          </a:xfrm>
          <a:prstGeom prst="rect">
            <a:avLst/>
          </a:prstGeom>
          <a:solidFill>
            <a:srgbClr val="1C1724">
              <a:alpha val="85000"/>
            </a:srgbClr>
          </a:solidFill>
          <a:ln w="50800">
            <a:solidFill>
              <a:srgbClr val="6E6872"/>
            </a:solidFill>
            <a:prstDash val="solid"/>
          </a:ln>
        </p:spPr>
      </p:sp>
      <p:sp>
        <p:nvSpPr>
          <p:cNvPr id="18" name="Shape 11"/>
          <p:cNvSpPr/>
          <p:nvPr/>
        </p:nvSpPr>
        <p:spPr>
          <a:xfrm>
            <a:off x="4718304" y="1517904"/>
            <a:ext cx="1810512" cy="1993392"/>
          </a:xfrm>
          <a:prstGeom prst="rect">
            <a:avLst/>
          </a:prstGeom>
          <a:ln w="19050">
            <a:solidFill>
              <a:srgbClr val="2A2530"/>
            </a:solidFill>
            <a:prstDash val="solid"/>
          </a:ln>
        </p:spPr>
      </p:sp>
      <p:sp>
        <p:nvSpPr>
          <p:cNvPr id="19" name="Text 12"/>
          <p:cNvSpPr txBox="1"/>
          <p:nvPr/>
        </p:nvSpPr>
        <p:spPr>
          <a:xfrm>
            <a:off x="4800600" y="1463040"/>
            <a:ext cx="16459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39AA8"/>
                </a:solidFill>
                <a:latin typeface="Pixelify Sans" pitchFamily="34" charset="0"/>
                <a:ea typeface="Pixelify Sans" pitchFamily="34" charset="-122"/>
                <a:cs typeface="Pixelify Sans" pitchFamily="34" charset="-120"/>
              </a:rPr>
              <a:t>[Imagen IA: nivel 7]</a:t>
            </a:r>
            <a:endParaRPr lang="en-US" sz="1100" dirty="0"/>
          </a:p>
        </p:txBody>
      </p:sp>
      <p:sp>
        <p:nvSpPr>
          <p:cNvPr id="20" name="Text 13"/>
          <p:cNvSpPr txBox="1"/>
          <p:nvPr/>
        </p:nvSpPr>
        <p:spPr>
          <a:xfrm>
            <a:off x="4663440" y="37490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08A24"/>
                </a:solidFill>
                <a:latin typeface="Pixelify Sans" pitchFamily="34" charset="0"/>
                <a:ea typeface="Pixelify Sans" pitchFamily="34" charset="-122"/>
                <a:cs typeface="Pixelify Sans" pitchFamily="34" charset="-120"/>
              </a:rPr>
              <a:t>7 · Jaguares</a:t>
            </a:r>
            <a:endParaRPr lang="en-US" sz="1300" dirty="0"/>
          </a:p>
        </p:txBody>
      </p:sp>
      <p:sp>
        <p:nvSpPr>
          <p:cNvPr id="21" name="Shape 14"/>
          <p:cNvSpPr/>
          <p:nvPr/>
        </p:nvSpPr>
        <p:spPr>
          <a:xfrm>
            <a:off x="6766560" y="1463040"/>
            <a:ext cx="1920240" cy="2103120"/>
          </a:xfrm>
          <a:prstGeom prst="rect">
            <a:avLst/>
          </a:prstGeom>
          <a:solidFill>
            <a:srgbClr val="1C1724">
              <a:alpha val="85000"/>
            </a:srgbClr>
          </a:solidFill>
          <a:ln w="50800">
            <a:solidFill>
              <a:srgbClr val="6E6872"/>
            </a:solidFill>
            <a:prstDash val="solid"/>
          </a:ln>
        </p:spPr>
      </p:sp>
      <p:sp>
        <p:nvSpPr>
          <p:cNvPr id="22" name="Shape 15"/>
          <p:cNvSpPr/>
          <p:nvPr/>
        </p:nvSpPr>
        <p:spPr>
          <a:xfrm>
            <a:off x="6821424" y="1517904"/>
            <a:ext cx="1810512" cy="1993392"/>
          </a:xfrm>
          <a:prstGeom prst="rect">
            <a:avLst/>
          </a:prstGeom>
          <a:ln w="19050">
            <a:solidFill>
              <a:srgbClr val="2A2530"/>
            </a:solidFill>
            <a:prstDash val="solid"/>
          </a:ln>
        </p:spPr>
      </p:sp>
      <p:sp>
        <p:nvSpPr>
          <p:cNvPr id="23" name="Text 16"/>
          <p:cNvSpPr txBox="1"/>
          <p:nvPr/>
        </p:nvSpPr>
        <p:spPr>
          <a:xfrm>
            <a:off x="6903720" y="1463040"/>
            <a:ext cx="16459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39AA8"/>
                </a:solidFill>
                <a:latin typeface="Pixelify Sans" pitchFamily="34" charset="0"/>
                <a:ea typeface="Pixelify Sans" pitchFamily="34" charset="-122"/>
                <a:cs typeface="Pixelify Sans" pitchFamily="34" charset="-120"/>
              </a:rPr>
              <a:t>[Imagen IA: nivel 8]</a:t>
            </a:r>
            <a:endParaRPr lang="en-US" sz="1100" dirty="0"/>
          </a:p>
        </p:txBody>
      </p:sp>
      <p:sp>
        <p:nvSpPr>
          <p:cNvPr id="24" name="Text 17"/>
          <p:cNvSpPr txBox="1"/>
          <p:nvPr/>
        </p:nvSpPr>
        <p:spPr>
          <a:xfrm>
            <a:off x="6766560" y="37490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08A24"/>
                </a:solidFill>
                <a:latin typeface="Pixelify Sans" pitchFamily="34" charset="0"/>
                <a:ea typeface="Pixelify Sans" pitchFamily="34" charset="-122"/>
                <a:cs typeface="Pixelify Sans" pitchFamily="34" charset="-120"/>
              </a:rPr>
              <a:t>8 · Aguas negras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etal.png">    </p:cNvPr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 rot="9540000">
            <a:off x="6851791" y="188676"/>
            <a:ext cx="197759" cy="171391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548640"/>
            <a:ext cx="4754880" cy="4023360"/>
          </a:xfrm>
          <a:prstGeom prst="rect">
            <a:avLst/>
          </a:prstGeom>
          <a:solidFill>
            <a:srgbClr val="1C1724">
              <a:alpha val="85000"/>
            </a:srgbClr>
          </a:solidFill>
          <a:ln w="50800">
            <a:solidFill>
              <a:srgbClr val="6E6872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512064" y="603504"/>
            <a:ext cx="4645152" cy="3913632"/>
          </a:xfrm>
          <a:prstGeom prst="rect">
            <a:avLst/>
          </a:prstGeom>
          <a:ln w="19050">
            <a:solidFill>
              <a:srgbClr val="2A2530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94360" y="548640"/>
            <a:ext cx="448056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39AA8"/>
                </a:solidFill>
                <a:latin typeface="Pixelify Sans" pitchFamily="34" charset="0"/>
                <a:ea typeface="Pixelify Sans" pitchFamily="34" charset="-122"/>
                <a:cs typeface="Pixelify Sans" pitchFamily="34" charset="-120"/>
              </a:rPr>
              <a:t>[Imagen IA: Mictlantecuhtli en su trono]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577840" y="10972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9653A"/>
                </a:solidFill>
                <a:latin typeface="Pixelify Sans" pitchFamily="34" charset="0"/>
                <a:ea typeface="Pixelify Sans" pitchFamily="34" charset="-122"/>
                <a:cs typeface="Pixelify Sans" pitchFamily="34" charset="-120"/>
              </a:rPr>
              <a:t>NIVEL 9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577840" y="14630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1DDB3"/>
                </a:solidFill>
                <a:latin typeface="Pixelify Sans" pitchFamily="34" charset="0"/>
                <a:ea typeface="Pixelify Sans" pitchFamily="34" charset="-122"/>
                <a:cs typeface="Pixelify Sans" pitchFamily="34" charset="-120"/>
              </a:rPr>
              <a:t>Chiconahualóyan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6675120" y="2468880"/>
            <a:ext cx="914400" cy="731520"/>
          </a:xfrm>
          <a:prstGeom prst="rect">
            <a:avLst/>
          </a:prstGeom>
          <a:solidFill>
            <a:srgbClr val="1C1724"/>
          </a:solidFill>
          <a:ln w="25400">
            <a:solidFill>
              <a:srgbClr val="C9653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675120" y="246888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🔒</a:t>
            </a:r>
            <a:endParaRPr lang="en-US" sz="2800" dirty="0"/>
          </a:p>
        </p:txBody>
      </p:sp>
      <p:sp>
        <p:nvSpPr>
          <p:cNvPr id="10" name="Text 7"/>
          <p:cNvSpPr txBox="1"/>
          <p:nvPr/>
        </p:nvSpPr>
        <p:spPr>
          <a:xfrm>
            <a:off x="5577840" y="34747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39AA8"/>
                </a:solidFill>
                <a:latin typeface="Pixelify Sans" pitchFamily="34" charset="0"/>
                <a:ea typeface="Pixelify Sans" pitchFamily="34" charset="-122"/>
                <a:cs typeface="Pixelify Sans" pitchFamily="34" charset="-120"/>
              </a:rPr>
              <a:t>Bloqueado… por ahora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etal.png">    </p:cNvPr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 rot="1920000">
            <a:off x="113265" y="1074197"/>
            <a:ext cx="290285" cy="251581"/>
          </a:xfrm>
          <a:prstGeom prst="rect">
            <a:avLst/>
          </a:prstGeom>
        </p:spPr>
      </p:pic>
      <p:pic>
        <p:nvPicPr>
          <p:cNvPr id="3" name="Image 1" descr="petal.png">    </p:cNvPr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 rot="18780000">
            <a:off x="8459065" y="142411"/>
            <a:ext cx="237759" cy="206057"/>
          </a:xfrm>
          <a:prstGeom prst="rect">
            <a:avLst/>
          </a:prstGeom>
        </p:spPr>
      </p:pic>
      <p:pic>
        <p:nvPicPr>
          <p:cNvPr id="4" name="Image 2" descr="glyph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65760"/>
            <a:ext cx="420624" cy="457200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1005840" y="3200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DDB3"/>
                </a:solidFill>
                <a:latin typeface="Pixelify Sans" pitchFamily="34" charset="0"/>
                <a:ea typeface="Pixelify Sans" pitchFamily="34" charset="-122"/>
                <a:cs typeface="Pixelify Sans" pitchFamily="34" charset="-120"/>
              </a:rPr>
              <a:t>Lo que pones aquí, te llega allá</a:t>
            </a:r>
            <a:endParaRPr lang="en-US" sz="3000" dirty="0"/>
          </a:p>
        </p:txBody>
      </p:sp>
      <p:sp>
        <p:nvSpPr>
          <p:cNvPr id="6" name="Shape 1"/>
          <p:cNvSpPr/>
          <p:nvPr/>
        </p:nvSpPr>
        <p:spPr>
          <a:xfrm>
            <a:off x="457200" y="1280160"/>
            <a:ext cx="3840480" cy="3291840"/>
          </a:xfrm>
          <a:prstGeom prst="rect">
            <a:avLst/>
          </a:prstGeom>
          <a:solidFill>
            <a:srgbClr val="1C1724">
              <a:alpha val="85000"/>
            </a:srgbClr>
          </a:solidFill>
          <a:ln w="50800">
            <a:solidFill>
              <a:srgbClr val="6E6872"/>
            </a:solidFill>
            <a:prstDash val="solid"/>
          </a:ln>
        </p:spPr>
      </p:sp>
      <p:sp>
        <p:nvSpPr>
          <p:cNvPr id="7" name="Shape 2"/>
          <p:cNvSpPr/>
          <p:nvPr/>
        </p:nvSpPr>
        <p:spPr>
          <a:xfrm>
            <a:off x="512064" y="1335024"/>
            <a:ext cx="3730752" cy="3182112"/>
          </a:xfrm>
          <a:prstGeom prst="rect">
            <a:avLst/>
          </a:prstGeom>
          <a:ln w="19050">
            <a:solidFill>
              <a:srgbClr val="2A2530"/>
            </a:solidFill>
            <a:prstDash val="solid"/>
          </a:ln>
        </p:spPr>
      </p:sp>
      <p:sp>
        <p:nvSpPr>
          <p:cNvPr id="8" name="Text 3"/>
          <p:cNvSpPr txBox="1"/>
          <p:nvPr/>
        </p:nvSpPr>
        <p:spPr>
          <a:xfrm>
            <a:off x="594360" y="1280160"/>
            <a:ext cx="35661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39AA8"/>
                </a:solidFill>
                <a:latin typeface="Pixelify Sans" pitchFamily="34" charset="0"/>
                <a:ea typeface="Pixelify Sans" pitchFamily="34" charset="-122"/>
                <a:cs typeface="Pixelify Sans" pitchFamily="34" charset="-120"/>
              </a:rPr>
              <a:t>[Imagen IA: la calavera en el Mictlán]</a:t>
            </a:r>
            <a:endParaRPr lang="en-US" sz="1100" dirty="0"/>
          </a:p>
        </p:txBody>
      </p:sp>
      <p:sp>
        <p:nvSpPr>
          <p:cNvPr id="9" name="Shape 4"/>
          <p:cNvSpPr/>
          <p:nvPr/>
        </p:nvSpPr>
        <p:spPr>
          <a:xfrm>
            <a:off x="4846320" y="1280160"/>
            <a:ext cx="3840480" cy="3291840"/>
          </a:xfrm>
          <a:prstGeom prst="rect">
            <a:avLst/>
          </a:prstGeom>
          <a:solidFill>
            <a:srgbClr val="1C1724">
              <a:alpha val="85000"/>
            </a:srgbClr>
          </a:solidFill>
          <a:ln w="50800">
            <a:solidFill>
              <a:srgbClr val="6E6872"/>
            </a:solidFill>
            <a:prstDash val="solid"/>
          </a:ln>
        </p:spPr>
      </p:sp>
      <p:sp>
        <p:nvSpPr>
          <p:cNvPr id="10" name="Shape 5"/>
          <p:cNvSpPr/>
          <p:nvPr/>
        </p:nvSpPr>
        <p:spPr>
          <a:xfrm>
            <a:off x="4901184" y="1335024"/>
            <a:ext cx="3730752" cy="3182112"/>
          </a:xfrm>
          <a:prstGeom prst="rect">
            <a:avLst/>
          </a:prstGeom>
          <a:ln w="19050">
            <a:solidFill>
              <a:srgbClr val="2A2530"/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4983480" y="1280160"/>
            <a:ext cx="35661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39AA8"/>
                </a:solidFill>
                <a:latin typeface="Pixelify Sans" pitchFamily="34" charset="0"/>
                <a:ea typeface="Pixelify Sans" pitchFamily="34" charset="-122"/>
                <a:cs typeface="Pixelify Sans" pitchFamily="34" charset="-120"/>
              </a:rPr>
              <a:t>[Imagen IA: familia poniendo una ofrenda]</a:t>
            </a:r>
            <a:endParaRPr lang="en-US" sz="1100" dirty="0"/>
          </a:p>
        </p:txBody>
      </p:sp>
      <p:sp>
        <p:nvSpPr>
          <p:cNvPr id="12" name="Text 7"/>
          <p:cNvSpPr txBox="1"/>
          <p:nvPr/>
        </p:nvSpPr>
        <p:spPr>
          <a:xfrm>
            <a:off x="4206240" y="2560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08A24"/>
                </a:solidFill>
              </a:rPr>
              <a:t>⇄</a:t>
            </a:r>
            <a:endParaRPr lang="en-US" sz="2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etal.png">    </p:cNvPr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 rot="6540000">
            <a:off x="2220600" y="250730"/>
            <a:ext cx="215677" cy="186920"/>
          </a:xfrm>
          <a:prstGeom prst="rect">
            <a:avLst/>
          </a:prstGeom>
        </p:spPr>
      </p:pic>
      <p:pic>
        <p:nvPicPr>
          <p:cNvPr id="3" name="Image 1" descr="petal.png">    </p:cNvPr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 rot="1920000">
            <a:off x="8558220" y="427751"/>
            <a:ext cx="165153" cy="143132"/>
          </a:xfrm>
          <a:prstGeom prst="rect">
            <a:avLst/>
          </a:prstGeom>
        </p:spPr>
      </p:pic>
      <p:pic>
        <p:nvPicPr>
          <p:cNvPr id="4" name="Image 2" descr="petal.png">    </p:cNvPr>
          <p:cNvPicPr>
            <a:picLocks noChangeAspect="1"/>
          </p:cNvPicPr>
          <p:nvPr/>
        </p:nvPicPr>
        <p:blipFill>
          <a:blip r:embed="rId4">
            <a:alphaModFix amt="80000"/>
          </a:blip>
          <a:stretch>
            <a:fillRect/>
          </a:stretch>
        </p:blipFill>
        <p:spPr>
          <a:xfrm rot="7260000">
            <a:off x="65739" y="4192831"/>
            <a:ext cx="145524" cy="126121"/>
          </a:xfrm>
          <a:prstGeom prst="rect">
            <a:avLst/>
          </a:prstGeom>
        </p:spPr>
      </p:pic>
      <p:pic>
        <p:nvPicPr>
          <p:cNvPr id="5" name="Image 3" descr="glyph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365760"/>
            <a:ext cx="420624" cy="457200"/>
          </a:xfrm>
          <a:prstGeom prst="rect">
            <a:avLst/>
          </a:prstGeom>
        </p:spPr>
      </p:pic>
      <p:sp>
        <p:nvSpPr>
          <p:cNvPr id="6" name="Text 0"/>
          <p:cNvSpPr txBox="1"/>
          <p:nvPr/>
        </p:nvSpPr>
        <p:spPr>
          <a:xfrm>
            <a:off x="1005840" y="3200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DDB3"/>
                </a:solidFill>
                <a:latin typeface="Pixelify Sans" pitchFamily="34" charset="0"/>
                <a:ea typeface="Pixelify Sans" pitchFamily="34" charset="-122"/>
                <a:cs typeface="Pixelify Sans" pitchFamily="34" charset="-120"/>
              </a:rPr>
              <a:t>Inventario: la ofrenda</a:t>
            </a:r>
            <a:endParaRPr lang="en-US" sz="3000" dirty="0"/>
          </a:p>
        </p:txBody>
      </p:sp>
      <p:sp>
        <p:nvSpPr>
          <p:cNvPr id="7" name="Shape 1"/>
          <p:cNvSpPr/>
          <p:nvPr/>
        </p:nvSpPr>
        <p:spPr>
          <a:xfrm>
            <a:off x="457200" y="1280160"/>
            <a:ext cx="2615184" cy="1463040"/>
          </a:xfrm>
          <a:prstGeom prst="rect">
            <a:avLst/>
          </a:prstGeom>
          <a:solidFill>
            <a:srgbClr val="4A4450"/>
          </a:solidFill>
          <a:ln w="38100">
            <a:solidFill>
              <a:srgbClr val="2A2530"/>
            </a:solidFill>
            <a:prstDash val="solid"/>
          </a:ln>
        </p:spPr>
      </p:sp>
      <p:sp>
        <p:nvSpPr>
          <p:cNvPr id="8" name="Text 2"/>
          <p:cNvSpPr txBox="1"/>
          <p:nvPr/>
        </p:nvSpPr>
        <p:spPr>
          <a:xfrm>
            <a:off x="640080" y="15087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08A24"/>
                </a:solidFill>
                <a:latin typeface="Pixelify Sans" pitchFamily="34" charset="0"/>
                <a:ea typeface="Pixelify Sans" pitchFamily="34" charset="-122"/>
                <a:cs typeface="Pixelify Sans" pitchFamily="34" charset="-120"/>
              </a:rPr>
              <a:t>Agua</a:t>
            </a:r>
            <a:endParaRPr lang="en-US" sz="1800" dirty="0"/>
          </a:p>
        </p:txBody>
      </p:sp>
      <p:sp>
        <p:nvSpPr>
          <p:cNvPr id="9" name="Text 3"/>
          <p:cNvSpPr txBox="1"/>
          <p:nvPr/>
        </p:nvSpPr>
        <p:spPr>
          <a:xfrm>
            <a:off x="640080" y="20574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1DDB3"/>
                </a:solidFill>
                <a:latin typeface="Pixelify Sans" pitchFamily="34" charset="0"/>
                <a:ea typeface="Pixelify Sans" pitchFamily="34" charset="-122"/>
                <a:cs typeface="Pixelify Sans" pitchFamily="34" charset="-120"/>
              </a:rPr>
              <a:t>Recupera energía</a:t>
            </a:r>
            <a:endParaRPr lang="en-US" sz="1500" dirty="0"/>
          </a:p>
        </p:txBody>
      </p:sp>
      <p:sp>
        <p:nvSpPr>
          <p:cNvPr id="10" name="Shape 4"/>
          <p:cNvSpPr/>
          <p:nvPr/>
        </p:nvSpPr>
        <p:spPr>
          <a:xfrm>
            <a:off x="3264408" y="1280160"/>
            <a:ext cx="2615184" cy="1463040"/>
          </a:xfrm>
          <a:prstGeom prst="rect">
            <a:avLst/>
          </a:prstGeom>
          <a:solidFill>
            <a:srgbClr val="4A4450"/>
          </a:solidFill>
          <a:ln w="38100">
            <a:solidFill>
              <a:srgbClr val="2A2530"/>
            </a:solidFill>
            <a:prstDash val="solid"/>
          </a:ln>
        </p:spPr>
      </p:sp>
      <p:sp>
        <p:nvSpPr>
          <p:cNvPr id="11" name="Text 5"/>
          <p:cNvSpPr txBox="1"/>
          <p:nvPr/>
        </p:nvSpPr>
        <p:spPr>
          <a:xfrm>
            <a:off x="3447288" y="15087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08A24"/>
                </a:solidFill>
                <a:latin typeface="Pixelify Sans" pitchFamily="34" charset="0"/>
                <a:ea typeface="Pixelify Sans" pitchFamily="34" charset="-122"/>
                <a:cs typeface="Pixelify Sans" pitchFamily="34" charset="-120"/>
              </a:rPr>
              <a:t>Sal</a:t>
            </a:r>
            <a:endParaRPr lang="en-US" sz="1800" dirty="0"/>
          </a:p>
        </p:txBody>
      </p:sp>
      <p:sp>
        <p:nvSpPr>
          <p:cNvPr id="12" name="Text 6"/>
          <p:cNvSpPr txBox="1"/>
          <p:nvPr/>
        </p:nvSpPr>
        <p:spPr>
          <a:xfrm>
            <a:off x="3447288" y="20574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1DDB3"/>
                </a:solidFill>
                <a:latin typeface="Pixelify Sans" pitchFamily="34" charset="0"/>
                <a:ea typeface="Pixelify Sans" pitchFamily="34" charset="-122"/>
                <a:cs typeface="Pixelify Sans" pitchFamily="34" charset="-120"/>
              </a:rPr>
              <a:t>Escudo</a:t>
            </a:r>
            <a:endParaRPr lang="en-US" sz="1500" dirty="0"/>
          </a:p>
        </p:txBody>
      </p:sp>
      <p:sp>
        <p:nvSpPr>
          <p:cNvPr id="13" name="Shape 7"/>
          <p:cNvSpPr/>
          <p:nvPr/>
        </p:nvSpPr>
        <p:spPr>
          <a:xfrm>
            <a:off x="6071616" y="1280160"/>
            <a:ext cx="2615184" cy="1463040"/>
          </a:xfrm>
          <a:prstGeom prst="rect">
            <a:avLst/>
          </a:prstGeom>
          <a:solidFill>
            <a:srgbClr val="4A4450"/>
          </a:solidFill>
          <a:ln w="38100">
            <a:solidFill>
              <a:srgbClr val="2A2530"/>
            </a:solidFill>
            <a:prstDash val="solid"/>
          </a:ln>
        </p:spPr>
      </p:sp>
      <p:sp>
        <p:nvSpPr>
          <p:cNvPr id="14" name="Text 8"/>
          <p:cNvSpPr txBox="1"/>
          <p:nvPr/>
        </p:nvSpPr>
        <p:spPr>
          <a:xfrm>
            <a:off x="6254496" y="15087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08A24"/>
                </a:solidFill>
                <a:latin typeface="Pixelify Sans" pitchFamily="34" charset="0"/>
                <a:ea typeface="Pixelify Sans" pitchFamily="34" charset="-122"/>
                <a:cs typeface="Pixelify Sans" pitchFamily="34" charset="-120"/>
              </a:rPr>
              <a:t>Copal</a:t>
            </a:r>
            <a:endParaRPr lang="en-US" sz="1800" dirty="0"/>
          </a:p>
        </p:txBody>
      </p:sp>
      <p:sp>
        <p:nvSpPr>
          <p:cNvPr id="15" name="Text 9"/>
          <p:cNvSpPr txBox="1"/>
          <p:nvPr/>
        </p:nvSpPr>
        <p:spPr>
          <a:xfrm>
            <a:off x="6254496" y="20574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1DDB3"/>
                </a:solidFill>
                <a:latin typeface="Pixelify Sans" pitchFamily="34" charset="0"/>
                <a:ea typeface="Pixelify Sans" pitchFamily="34" charset="-122"/>
                <a:cs typeface="Pixelify Sans" pitchFamily="34" charset="-120"/>
              </a:rPr>
              <a:t>Ahuyenta jaguares</a:t>
            </a:r>
            <a:endParaRPr lang="en-US" sz="1500" dirty="0"/>
          </a:p>
        </p:txBody>
      </p:sp>
      <p:sp>
        <p:nvSpPr>
          <p:cNvPr id="16" name="Shape 10"/>
          <p:cNvSpPr/>
          <p:nvPr/>
        </p:nvSpPr>
        <p:spPr>
          <a:xfrm>
            <a:off x="457200" y="2971800"/>
            <a:ext cx="2615184" cy="1463040"/>
          </a:xfrm>
          <a:prstGeom prst="rect">
            <a:avLst/>
          </a:prstGeom>
          <a:solidFill>
            <a:srgbClr val="4A4450"/>
          </a:solidFill>
          <a:ln w="38100">
            <a:solidFill>
              <a:srgbClr val="2A2530"/>
            </a:solidFill>
            <a:prstDash val="solid"/>
          </a:ln>
        </p:spPr>
      </p:sp>
      <p:sp>
        <p:nvSpPr>
          <p:cNvPr id="17" name="Text 11"/>
          <p:cNvSpPr txBox="1"/>
          <p:nvPr/>
        </p:nvSpPr>
        <p:spPr>
          <a:xfrm>
            <a:off x="640080" y="32004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08A24"/>
                </a:solidFill>
                <a:latin typeface="Pixelify Sans" pitchFamily="34" charset="0"/>
                <a:ea typeface="Pixelify Sans" pitchFamily="34" charset="-122"/>
                <a:cs typeface="Pixelify Sans" pitchFamily="34" charset="-120"/>
              </a:rPr>
              <a:t>Cempasúchil</a:t>
            </a:r>
            <a:endParaRPr lang="en-US" sz="1800" dirty="0"/>
          </a:p>
        </p:txBody>
      </p:sp>
      <p:sp>
        <p:nvSpPr>
          <p:cNvPr id="18" name="Text 12"/>
          <p:cNvSpPr txBox="1"/>
          <p:nvPr/>
        </p:nvSpPr>
        <p:spPr>
          <a:xfrm>
            <a:off x="640080" y="37490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1DDB3"/>
                </a:solidFill>
                <a:latin typeface="Pixelify Sans" pitchFamily="34" charset="0"/>
                <a:ea typeface="Pixelify Sans" pitchFamily="34" charset="-122"/>
                <a:cs typeface="Pixelify Sans" pitchFamily="34" charset="-120"/>
              </a:rPr>
              <a:t>Marca el camino</a:t>
            </a:r>
            <a:endParaRPr lang="en-US" sz="1500" dirty="0"/>
          </a:p>
        </p:txBody>
      </p:sp>
      <p:sp>
        <p:nvSpPr>
          <p:cNvPr id="19" name="Shape 13"/>
          <p:cNvSpPr/>
          <p:nvPr/>
        </p:nvSpPr>
        <p:spPr>
          <a:xfrm>
            <a:off x="3264408" y="2971800"/>
            <a:ext cx="2615184" cy="1463040"/>
          </a:xfrm>
          <a:prstGeom prst="rect">
            <a:avLst/>
          </a:prstGeom>
          <a:solidFill>
            <a:srgbClr val="4A4450"/>
          </a:solidFill>
          <a:ln w="38100">
            <a:solidFill>
              <a:srgbClr val="2A2530"/>
            </a:solidFill>
            <a:prstDash val="solid"/>
          </a:ln>
        </p:spPr>
      </p:sp>
      <p:sp>
        <p:nvSpPr>
          <p:cNvPr id="20" name="Text 14"/>
          <p:cNvSpPr txBox="1"/>
          <p:nvPr/>
        </p:nvSpPr>
        <p:spPr>
          <a:xfrm>
            <a:off x="3447288" y="32004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08A24"/>
                </a:solidFill>
                <a:latin typeface="Pixelify Sans" pitchFamily="34" charset="0"/>
                <a:ea typeface="Pixelify Sans" pitchFamily="34" charset="-122"/>
                <a:cs typeface="Pixelify Sans" pitchFamily="34" charset="-120"/>
              </a:rPr>
              <a:t>Pan de muerto</a:t>
            </a:r>
            <a:endParaRPr lang="en-US" sz="1800" dirty="0"/>
          </a:p>
        </p:txBody>
      </p:sp>
      <p:sp>
        <p:nvSpPr>
          <p:cNvPr id="21" name="Text 15"/>
          <p:cNvSpPr txBox="1"/>
          <p:nvPr/>
        </p:nvSpPr>
        <p:spPr>
          <a:xfrm>
            <a:off x="3447288" y="37490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1DDB3"/>
                </a:solidFill>
                <a:latin typeface="Pixelify Sans" pitchFamily="34" charset="0"/>
                <a:ea typeface="Pixelify Sans" pitchFamily="34" charset="-122"/>
                <a:cs typeface="Pixelify Sans" pitchFamily="34" charset="-120"/>
              </a:rPr>
              <a:t>Vida extra</a:t>
            </a:r>
            <a:endParaRPr lang="en-US" sz="1500" dirty="0"/>
          </a:p>
        </p:txBody>
      </p:sp>
      <p:sp>
        <p:nvSpPr>
          <p:cNvPr id="22" name="Shape 16"/>
          <p:cNvSpPr/>
          <p:nvPr/>
        </p:nvSpPr>
        <p:spPr>
          <a:xfrm>
            <a:off x="6071616" y="2971800"/>
            <a:ext cx="2615184" cy="1463040"/>
          </a:xfrm>
          <a:prstGeom prst="rect">
            <a:avLst/>
          </a:prstGeom>
          <a:solidFill>
            <a:srgbClr val="4A4450"/>
          </a:solidFill>
          <a:ln w="38100">
            <a:solidFill>
              <a:srgbClr val="2A2530"/>
            </a:solidFill>
            <a:prstDash val="solid"/>
          </a:ln>
        </p:spPr>
      </p:sp>
      <p:sp>
        <p:nvSpPr>
          <p:cNvPr id="23" name="Text 17"/>
          <p:cNvSpPr txBox="1"/>
          <p:nvPr/>
        </p:nvSpPr>
        <p:spPr>
          <a:xfrm>
            <a:off x="6254496" y="32004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08A24"/>
                </a:solidFill>
                <a:latin typeface="Pixelify Sans" pitchFamily="34" charset="0"/>
                <a:ea typeface="Pixelify Sans" pitchFamily="34" charset="-122"/>
                <a:cs typeface="Pixelify Sans" pitchFamily="34" charset="-120"/>
              </a:rPr>
              <a:t>Veladora</a:t>
            </a:r>
            <a:endParaRPr lang="en-US" sz="1800" dirty="0"/>
          </a:p>
        </p:txBody>
      </p:sp>
      <p:sp>
        <p:nvSpPr>
          <p:cNvPr id="24" name="Text 18"/>
          <p:cNvSpPr txBox="1"/>
          <p:nvPr/>
        </p:nvSpPr>
        <p:spPr>
          <a:xfrm>
            <a:off x="6254496" y="37490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1DDB3"/>
                </a:solidFill>
                <a:latin typeface="Pixelify Sans" pitchFamily="34" charset="0"/>
                <a:ea typeface="Pixelify Sans" pitchFamily="34" charset="-122"/>
                <a:cs typeface="Pixelify Sans" pitchFamily="34" charset="-120"/>
              </a:rPr>
              <a:t>Luz en la niebla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8A24"/>
                </a:solidFill>
                <a:latin typeface="Pixelify Sans" pitchFamily="34" charset="0"/>
                <a:ea typeface="Pixelify Sans" pitchFamily="34" charset="-122"/>
                <a:cs typeface="Pixelify Sans" pitchFamily="34" charset="-120"/>
              </a:rPr>
              <a:t>DEMO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291840" y="457200"/>
            <a:ext cx="2560320" cy="4297680"/>
          </a:xfrm>
          <a:prstGeom prst="roundRect">
            <a:avLst>
              <a:gd name="adj" fmla="val 8929"/>
            </a:avLst>
          </a:prstGeom>
          <a:solidFill>
            <a:srgbClr val="1C1724"/>
          </a:solidFill>
          <a:ln w="38100">
            <a:solidFill>
              <a:srgbClr val="6E687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474720" y="640080"/>
            <a:ext cx="219456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39AA8"/>
                </a:solidFill>
                <a:latin typeface="Pixelify Sans" pitchFamily="34" charset="0"/>
                <a:ea typeface="Pixelify Sans" pitchFamily="34" charset="-122"/>
                <a:cs typeface="Pixelify Sans" pitchFamily="34" charset="-120"/>
              </a:rPr>
              <a:t>[Pantallas IA del nivel de la niebla: oscuro → la veladora ilumina el camino]</a:t>
            </a:r>
            <a:endParaRPr lang="en-US" sz="1200" dirty="0"/>
          </a:p>
          <a:p>
            <a:pPr algn="ctr" indent="0" marL="0">
              <a:buNone/>
            </a:pP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39AA8"/>
                </a:solidFill>
                <a:latin typeface="Pixelify Sans" pitchFamily="34" charset="0"/>
                <a:ea typeface="Pixelify Sans" pitchFamily="34" charset="-122"/>
                <a:cs typeface="Pixelify Sans" pitchFamily="34" charset="-120"/>
              </a:rPr>
              <a:t>Usar Magic Move entre versiones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etal.png">    </p:cNvPr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 rot="6720000">
            <a:off x="8463769" y="63986"/>
            <a:ext cx="139578" cy="120967"/>
          </a:xfrm>
          <a:prstGeom prst="rect">
            <a:avLst/>
          </a:prstGeom>
        </p:spPr>
      </p:pic>
      <p:pic>
        <p:nvPicPr>
          <p:cNvPr id="3" name="Image 1" descr="petal.png">    </p:cNvPr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 rot="20580000">
            <a:off x="6812129" y="74540"/>
            <a:ext cx="188397" cy="163277"/>
          </a:xfrm>
          <a:prstGeom prst="rect">
            <a:avLst/>
          </a:prstGeom>
        </p:spPr>
      </p:pic>
      <p:pic>
        <p:nvPicPr>
          <p:cNvPr id="4" name="Image 2" descr="petal.png">    </p:cNvPr>
          <p:cNvPicPr>
            <a:picLocks noChangeAspect="1"/>
          </p:cNvPicPr>
          <p:nvPr/>
        </p:nvPicPr>
        <p:blipFill>
          <a:blip r:embed="rId4">
            <a:alphaModFix amt="80000"/>
          </a:blip>
          <a:stretch>
            <a:fillRect/>
          </a:stretch>
        </p:blipFill>
        <p:spPr>
          <a:xfrm rot="1260000">
            <a:off x="86586" y="4620665"/>
            <a:ext cx="163562" cy="141754"/>
          </a:xfrm>
          <a:prstGeom prst="rect">
            <a:avLst/>
          </a:prstGeom>
        </p:spPr>
      </p:pic>
      <p:pic>
        <p:nvPicPr>
          <p:cNvPr id="5" name="Image 3" descr="petal.png">    </p:cNvPr>
          <p:cNvPicPr>
            <a:picLocks noChangeAspect="1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 rot="60000">
            <a:off x="1046518" y="246970"/>
            <a:ext cx="174091" cy="150878"/>
          </a:xfrm>
          <a:prstGeom prst="rect">
            <a:avLst/>
          </a:prstGeom>
        </p:spPr>
      </p:pic>
      <p:sp>
        <p:nvSpPr>
          <p:cNvPr id="6" name="Shape 0"/>
          <p:cNvSpPr/>
          <p:nvPr/>
        </p:nvSpPr>
        <p:spPr>
          <a:xfrm>
            <a:off x="457200" y="548640"/>
            <a:ext cx="4754880" cy="4023360"/>
          </a:xfrm>
          <a:prstGeom prst="rect">
            <a:avLst/>
          </a:prstGeom>
          <a:solidFill>
            <a:srgbClr val="1C1724">
              <a:alpha val="85000"/>
            </a:srgbClr>
          </a:solidFill>
          <a:ln w="50800">
            <a:solidFill>
              <a:srgbClr val="6E6872"/>
            </a:solidFill>
            <a:prstDash val="solid"/>
          </a:ln>
        </p:spPr>
      </p:sp>
      <p:sp>
        <p:nvSpPr>
          <p:cNvPr id="7" name="Shape 1"/>
          <p:cNvSpPr/>
          <p:nvPr/>
        </p:nvSpPr>
        <p:spPr>
          <a:xfrm>
            <a:off x="512064" y="603504"/>
            <a:ext cx="4645152" cy="3913632"/>
          </a:xfrm>
          <a:prstGeom prst="rect">
            <a:avLst/>
          </a:prstGeom>
          <a:ln w="19050">
            <a:solidFill>
              <a:srgbClr val="2A2530"/>
            </a:solidFill>
            <a:prstDash val="solid"/>
          </a:ln>
        </p:spPr>
      </p:sp>
      <p:sp>
        <p:nvSpPr>
          <p:cNvPr id="8" name="Text 2"/>
          <p:cNvSpPr txBox="1"/>
          <p:nvPr/>
        </p:nvSpPr>
        <p:spPr>
          <a:xfrm>
            <a:off x="594360" y="548640"/>
            <a:ext cx="448056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39AA8"/>
                </a:solidFill>
                <a:latin typeface="Pixelify Sans" pitchFamily="34" charset="0"/>
                <a:ea typeface="Pixelify Sans" pitchFamily="34" charset="-122"/>
                <a:cs typeface="Pixelify Sans" pitchFamily="34" charset="-120"/>
              </a:rPr>
              <a:t>[Imagen IA: Mictlantecuhtli frente a la calavera y el xolo]</a:t>
            </a:r>
            <a:endParaRPr lang="en-US" sz="1100" dirty="0"/>
          </a:p>
        </p:txBody>
      </p:sp>
      <p:sp>
        <p:nvSpPr>
          <p:cNvPr id="9" name="Text 3"/>
          <p:cNvSpPr txBox="1"/>
          <p:nvPr/>
        </p:nvSpPr>
        <p:spPr>
          <a:xfrm>
            <a:off x="5577840" y="9144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9653A"/>
                </a:solidFill>
                <a:latin typeface="Pixelify Sans" pitchFamily="34" charset="0"/>
                <a:ea typeface="Pixelify Sans" pitchFamily="34" charset="-122"/>
                <a:cs typeface="Pixelify Sans" pitchFamily="34" charset="-120"/>
              </a:rPr>
              <a:t>NIVEL 9</a:t>
            </a:r>
            <a:endParaRPr lang="en-US" sz="1400" dirty="0"/>
          </a:p>
        </p:txBody>
      </p:sp>
      <p:sp>
        <p:nvSpPr>
          <p:cNvPr id="10" name="Text 4"/>
          <p:cNvSpPr txBox="1"/>
          <p:nvPr/>
        </p:nvSpPr>
        <p:spPr>
          <a:xfrm>
            <a:off x="5577840" y="128016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1DDB3"/>
                </a:solidFill>
                <a:latin typeface="Pixelify Sans" pitchFamily="34" charset="0"/>
                <a:ea typeface="Pixelify Sans" pitchFamily="34" charset="-122"/>
                <a:cs typeface="Pixelify Sans" pitchFamily="34" charset="-120"/>
              </a:rPr>
              <a:t>Aquí no se pelea.</a:t>
            </a:r>
            <a:endParaRPr lang="en-US" sz="2200" dirty="0"/>
          </a:p>
        </p:txBody>
      </p:sp>
      <p:sp>
        <p:nvSpPr>
          <p:cNvPr id="11" name="Text 5"/>
          <p:cNvSpPr txBox="1"/>
          <p:nvPr/>
        </p:nvSpPr>
        <p:spPr>
          <a:xfrm>
            <a:off x="5577840" y="26517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08A24"/>
                </a:solidFill>
                <a:latin typeface="Pixelify Sans" pitchFamily="34" charset="0"/>
                <a:ea typeface="Pixelify Sans" pitchFamily="34" charset="-122"/>
                <a:cs typeface="Pixelify Sans" pitchFamily="34" charset="-120"/>
              </a:rPr>
              <a:t>Ofrenda 6/7</a:t>
            </a:r>
            <a:endParaRPr lang="en-US" sz="1600" dirty="0"/>
          </a:p>
        </p:txBody>
      </p:sp>
      <p:sp>
        <p:nvSpPr>
          <p:cNvPr id="12" name="Shape 6"/>
          <p:cNvSpPr/>
          <p:nvPr/>
        </p:nvSpPr>
        <p:spPr>
          <a:xfrm>
            <a:off x="5577840" y="3108960"/>
            <a:ext cx="365760" cy="365760"/>
          </a:xfrm>
          <a:prstGeom prst="rect">
            <a:avLst/>
          </a:prstGeom>
          <a:solidFill>
            <a:srgbClr val="F08A24"/>
          </a:solidFill>
          <a:ln w="19050">
            <a:solidFill>
              <a:srgbClr val="F08A24"/>
            </a:solidFill>
            <a:prstDash val="solid"/>
          </a:ln>
        </p:spPr>
      </p:sp>
      <p:sp>
        <p:nvSpPr>
          <p:cNvPr id="13" name="Shape 7"/>
          <p:cNvSpPr/>
          <p:nvPr/>
        </p:nvSpPr>
        <p:spPr>
          <a:xfrm>
            <a:off x="6007608" y="3108960"/>
            <a:ext cx="365760" cy="365760"/>
          </a:xfrm>
          <a:prstGeom prst="rect">
            <a:avLst/>
          </a:prstGeom>
          <a:solidFill>
            <a:srgbClr val="F08A24"/>
          </a:solidFill>
          <a:ln w="19050">
            <a:solidFill>
              <a:srgbClr val="F08A24"/>
            </a:solidFill>
            <a:prstDash val="solid"/>
          </a:ln>
        </p:spPr>
      </p:sp>
      <p:sp>
        <p:nvSpPr>
          <p:cNvPr id="14" name="Shape 8"/>
          <p:cNvSpPr/>
          <p:nvPr/>
        </p:nvSpPr>
        <p:spPr>
          <a:xfrm>
            <a:off x="6437376" y="3108960"/>
            <a:ext cx="365760" cy="365760"/>
          </a:xfrm>
          <a:prstGeom prst="rect">
            <a:avLst/>
          </a:prstGeom>
          <a:solidFill>
            <a:srgbClr val="F08A24"/>
          </a:solidFill>
          <a:ln w="19050">
            <a:solidFill>
              <a:srgbClr val="F08A24"/>
            </a:solidFill>
            <a:prstDash val="solid"/>
          </a:ln>
        </p:spPr>
      </p:sp>
      <p:sp>
        <p:nvSpPr>
          <p:cNvPr id="15" name="Shape 9"/>
          <p:cNvSpPr/>
          <p:nvPr/>
        </p:nvSpPr>
        <p:spPr>
          <a:xfrm>
            <a:off x="6867144" y="3108960"/>
            <a:ext cx="365760" cy="365760"/>
          </a:xfrm>
          <a:prstGeom prst="rect">
            <a:avLst/>
          </a:prstGeom>
          <a:solidFill>
            <a:srgbClr val="F08A24"/>
          </a:solidFill>
          <a:ln w="19050">
            <a:solidFill>
              <a:srgbClr val="F08A24"/>
            </a:solidFill>
            <a:prstDash val="solid"/>
          </a:ln>
        </p:spPr>
      </p:sp>
      <p:sp>
        <p:nvSpPr>
          <p:cNvPr id="16" name="Shape 10"/>
          <p:cNvSpPr/>
          <p:nvPr/>
        </p:nvSpPr>
        <p:spPr>
          <a:xfrm>
            <a:off x="7296912" y="3108960"/>
            <a:ext cx="365760" cy="365760"/>
          </a:xfrm>
          <a:prstGeom prst="rect">
            <a:avLst/>
          </a:prstGeom>
          <a:solidFill>
            <a:srgbClr val="F08A24"/>
          </a:solidFill>
          <a:ln w="19050">
            <a:solidFill>
              <a:srgbClr val="F08A24"/>
            </a:solidFill>
            <a:prstDash val="solid"/>
          </a:ln>
        </p:spPr>
      </p:sp>
      <p:sp>
        <p:nvSpPr>
          <p:cNvPr id="17" name="Shape 11"/>
          <p:cNvSpPr/>
          <p:nvPr/>
        </p:nvSpPr>
        <p:spPr>
          <a:xfrm>
            <a:off x="7726680" y="3108960"/>
            <a:ext cx="365760" cy="365760"/>
          </a:xfrm>
          <a:prstGeom prst="rect">
            <a:avLst/>
          </a:prstGeom>
          <a:solidFill>
            <a:srgbClr val="F08A24"/>
          </a:solidFill>
          <a:ln w="19050">
            <a:solidFill>
              <a:srgbClr val="F08A24"/>
            </a:solidFill>
            <a:prstDash val="solid"/>
          </a:ln>
        </p:spPr>
      </p:sp>
      <p:sp>
        <p:nvSpPr>
          <p:cNvPr id="18" name="Shape 12"/>
          <p:cNvSpPr/>
          <p:nvPr/>
        </p:nvSpPr>
        <p:spPr>
          <a:xfrm>
            <a:off x="8156448" y="3108960"/>
            <a:ext cx="365760" cy="365760"/>
          </a:xfrm>
          <a:prstGeom prst="rect">
            <a:avLst/>
          </a:prstGeom>
          <a:solidFill>
            <a:srgbClr val="1C1724"/>
          </a:solidFill>
          <a:ln w="19050">
            <a:solidFill>
              <a:srgbClr val="F08A24"/>
            </a:solidFill>
            <a:prstDash val="solid"/>
          </a:ln>
        </p:spPr>
      </p:sp>
      <p:sp>
        <p:nvSpPr>
          <p:cNvPr id="19" name="Text 13"/>
          <p:cNvSpPr txBox="1"/>
          <p:nvPr/>
        </p:nvSpPr>
        <p:spPr>
          <a:xfrm>
            <a:off x="5577840" y="36576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A39AA8"/>
                </a:solidFill>
                <a:latin typeface="Pixelify Sans" pitchFamily="34" charset="0"/>
                <a:ea typeface="Pixelify Sans" pitchFamily="34" charset="-122"/>
                <a:cs typeface="Pixelify Sans" pitchFamily="34" charset="-120"/>
              </a:rPr>
              <a:t>Falta: la foto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etal.png">    </p:cNvPr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 rot="2760000">
            <a:off x="8566310" y="3200653"/>
            <a:ext cx="303520" cy="263051"/>
          </a:xfrm>
          <a:prstGeom prst="rect">
            <a:avLst/>
          </a:prstGeom>
        </p:spPr>
      </p:pic>
      <p:pic>
        <p:nvPicPr>
          <p:cNvPr id="3" name="Image 1" descr="petal.png">    </p:cNvPr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 rot="13860000">
            <a:off x="8642773" y="3282754"/>
            <a:ext cx="220639" cy="1912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548640" y="640080"/>
            <a:ext cx="3291840" cy="3840480"/>
          </a:xfrm>
          <a:prstGeom prst="rect">
            <a:avLst/>
          </a:prstGeom>
          <a:solidFill>
            <a:srgbClr val="1C1724">
              <a:alpha val="85000"/>
            </a:srgbClr>
          </a:solidFill>
          <a:ln w="50800">
            <a:solidFill>
              <a:srgbClr val="6E6872"/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603504" y="694944"/>
            <a:ext cx="3182112" cy="3730752"/>
          </a:xfrm>
          <a:prstGeom prst="rect">
            <a:avLst/>
          </a:prstGeom>
          <a:ln w="19050">
            <a:solidFill>
              <a:srgbClr val="2A2530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685800" y="640080"/>
            <a:ext cx="301752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39AA8"/>
                </a:solidFill>
                <a:latin typeface="Pixelify Sans" pitchFamily="34" charset="0"/>
                <a:ea typeface="Pixelify Sans" pitchFamily="34" charset="-122"/>
                <a:cs typeface="Pixelify Sans" pitchFamily="34" charset="-120"/>
              </a:rPr>
              <a:t>[Imagen IA: portarretratos en la ofrenda]</a:t>
            </a:r>
            <a:endParaRPr lang="en-US" sz="1100" dirty="0"/>
          </a:p>
        </p:txBody>
      </p:sp>
      <p:sp>
        <p:nvSpPr>
          <p:cNvPr id="7" name="Text 3"/>
          <p:cNvSpPr txBox="1"/>
          <p:nvPr/>
        </p:nvSpPr>
        <p:spPr>
          <a:xfrm>
            <a:off x="4297680" y="109728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E9B35A"/>
                </a:solidFill>
                <a:latin typeface="Pixelify Sans" pitchFamily="34" charset="0"/>
                <a:ea typeface="Pixelify Sans" pitchFamily="34" charset="-122"/>
                <a:cs typeface="Pixelify Sans" pitchFamily="34" charset="-120"/>
              </a:rPr>
              <a:t>REGRESO DESBLOQUEADO</a:t>
            </a:r>
            <a:endParaRPr lang="en-US" sz="2000" dirty="0"/>
          </a:p>
        </p:txBody>
      </p:sp>
      <p:sp>
        <p:nvSpPr>
          <p:cNvPr id="8" name="Text 4"/>
          <p:cNvSpPr txBox="1"/>
          <p:nvPr/>
        </p:nvSpPr>
        <p:spPr>
          <a:xfrm>
            <a:off x="4297680" y="155448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08A24"/>
                </a:solidFill>
                <a:latin typeface="Pixelify Sans" pitchFamily="34" charset="0"/>
                <a:ea typeface="Pixelify Sans" pitchFamily="34" charset="-122"/>
                <a:cs typeface="Pixelify Sans" pitchFamily="34" charset="-120"/>
              </a:rPr>
              <a:t>2 de noviembre</a:t>
            </a:r>
            <a:endParaRPr lang="en-US" sz="2800" dirty="0"/>
          </a:p>
        </p:txBody>
      </p:sp>
      <p:sp>
        <p:nvSpPr>
          <p:cNvPr id="9" name="Text 5"/>
          <p:cNvSpPr txBox="1"/>
          <p:nvPr/>
        </p:nvSpPr>
        <p:spPr>
          <a:xfrm>
            <a:off x="4297680" y="2651760"/>
            <a:ext cx="4389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i="1" dirty="0">
                <a:solidFill>
                  <a:srgbClr val="F1DDB3"/>
                </a:solidFill>
                <a:latin typeface="Pixelify Sans" pitchFamily="34" charset="0"/>
                <a:ea typeface="Pixelify Sans" pitchFamily="34" charset="-122"/>
                <a:cs typeface="Pixelify Sans" pitchFamily="34" charset="-120"/>
              </a:rPr>
              <a:t>No te salva la fuerza.</a:t>
            </a:r>
            <a:endParaRPr lang="en-US" sz="2000" dirty="0"/>
          </a:p>
          <a:p>
            <a:pPr indent="0" marL="0">
              <a:buNone/>
            </a:pPr>
            <a:r>
              <a:rPr lang="en-US" sz="2000" i="1" dirty="0">
                <a:solidFill>
                  <a:srgbClr val="F1DDB3"/>
                </a:solidFill>
                <a:latin typeface="Pixelify Sans" pitchFamily="34" charset="0"/>
                <a:ea typeface="Pixelify Sans" pitchFamily="34" charset="-122"/>
                <a:cs typeface="Pixelify Sans" pitchFamily="34" charset="-120"/>
              </a:rPr>
              <a:t>Te salva que alguien te recuerde.</a:t>
            </a:r>
            <a:endParaRPr lang="en-US" sz="2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etal.png">    </p:cNvPr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 rot="13620000">
            <a:off x="352778" y="4834935"/>
            <a:ext cx="206723" cy="1791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914400" y="1463040"/>
            <a:ext cx="7315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1DDB3"/>
                </a:solidFill>
                <a:latin typeface="Pixelify Sans" pitchFamily="34" charset="0"/>
                <a:ea typeface="Pixelify Sans" pitchFamily="34" charset="-122"/>
                <a:cs typeface="Pixelify Sans" pitchFamily="34" charset="-120"/>
              </a:rPr>
              <a:t>Mientras alguien te recuerde, siempre tendrás camino de regreso.</a:t>
            </a:r>
            <a:endParaRPr lang="en-US" sz="2800" dirty="0"/>
          </a:p>
        </p:txBody>
      </p:sp>
      <p:pic>
        <p:nvPicPr>
          <p:cNvPr id="4" name="Image 1" descr="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1840" y="3337560"/>
            <a:ext cx="2560320" cy="66751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nahUI</dc:title>
  <dc:subject>PptxGenJS Presentation</dc:subject>
  <dc:creator>PptxGenJS</dc:creator>
  <cp:lastModifiedBy>PptxGenJS</cp:lastModifiedBy>
  <cp:revision>1</cp:revision>
  <dcterms:created xsi:type="dcterms:W3CDTF">2026-10-29T23:09:24Z</dcterms:created>
  <dcterms:modified xsi:type="dcterms:W3CDTF">2026-10-29T23:09:24Z</dcterms:modified>
</cp:coreProperties>
</file>